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6" r:id="rId2"/>
  </p:sldMasterIdLst>
  <p:notesMasterIdLst>
    <p:notesMasterId r:id="rId6"/>
  </p:notesMasterIdLst>
  <p:sldIdLst>
    <p:sldId id="259" r:id="rId3"/>
    <p:sldId id="260" r:id="rId4"/>
    <p:sldId id="25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han khan" userId="5ecf255ef54f5789" providerId="LiveId" clId="{B35BA6CF-C85A-4AF4-8847-0A29EBE06980}"/>
    <pc:docChg chg="custSel addSld modSld addMainMaster">
      <pc:chgData name="Rehan khan" userId="5ecf255ef54f5789" providerId="LiveId" clId="{B35BA6CF-C85A-4AF4-8847-0A29EBE06980}" dt="2024-11-25T00:30:04.684" v="41" actId="20577"/>
      <pc:docMkLst>
        <pc:docMk/>
      </pc:docMkLst>
      <pc:sldChg chg="modSp add mod">
        <pc:chgData name="Rehan khan" userId="5ecf255ef54f5789" providerId="LiveId" clId="{B35BA6CF-C85A-4AF4-8847-0A29EBE06980}" dt="2024-11-25T00:30:04.684" v="41" actId="20577"/>
        <pc:sldMkLst>
          <pc:docMk/>
          <pc:sldMk cId="0" sldId="256"/>
        </pc:sldMkLst>
        <pc:spChg chg="mod">
          <ac:chgData name="Rehan khan" userId="5ecf255ef54f5789" providerId="LiveId" clId="{B35BA6CF-C85A-4AF4-8847-0A29EBE06980}" dt="2024-11-25T00:30:04.684" v="41" actId="20577"/>
          <ac:spMkLst>
            <pc:docMk/>
            <pc:sldMk cId="0" sldId="256"/>
            <ac:spMk id="3" creationId="{00000000-0000-0000-0000-000000000000}"/>
          </ac:spMkLst>
        </pc:spChg>
        <pc:spChg chg="mod">
          <ac:chgData name="Rehan khan" userId="5ecf255ef54f5789" providerId="LiveId" clId="{B35BA6CF-C85A-4AF4-8847-0A29EBE06980}" dt="2024-11-25T00:26:08.009" v="29"/>
          <ac:spMkLst>
            <pc:docMk/>
            <pc:sldMk cId="0" sldId="256"/>
            <ac:spMk id="5" creationId="{00000000-0000-0000-0000-000000000000}"/>
          </ac:spMkLst>
        </pc:spChg>
        <pc:spChg chg="mod">
          <ac:chgData name="Rehan khan" userId="5ecf255ef54f5789" providerId="LiveId" clId="{B35BA6CF-C85A-4AF4-8847-0A29EBE06980}" dt="2024-11-25T00:26:08.025" v="39"/>
          <ac:spMkLst>
            <pc:docMk/>
            <pc:sldMk cId="0" sldId="256"/>
            <ac:spMk id="25" creationId="{00000000-0000-0000-0000-000000000000}"/>
          </ac:spMkLst>
        </pc:spChg>
      </pc:sldChg>
      <pc:sldChg chg="modSp add mod">
        <pc:chgData name="Rehan khan" userId="5ecf255ef54f5789" providerId="LiveId" clId="{B35BA6CF-C85A-4AF4-8847-0A29EBE06980}" dt="2024-11-25T00:26:07.303" v="4"/>
        <pc:sldMkLst>
          <pc:docMk/>
          <pc:sldMk cId="801646715" sldId="259"/>
        </pc:sldMkLst>
        <pc:spChg chg="mod">
          <ac:chgData name="Rehan khan" userId="5ecf255ef54f5789" providerId="LiveId" clId="{B35BA6CF-C85A-4AF4-8847-0A29EBE06980}" dt="2024-11-25T00:26:07.303" v="4"/>
          <ac:spMkLst>
            <pc:docMk/>
            <pc:sldMk cId="801646715" sldId="259"/>
            <ac:spMk id="3" creationId="{EFAE6FB3-C75C-CB81-E565-57409D710736}"/>
          </ac:spMkLst>
        </pc:spChg>
        <pc:spChg chg="mod">
          <ac:chgData name="Rehan khan" userId="5ecf255ef54f5789" providerId="LiveId" clId="{B35BA6CF-C85A-4AF4-8847-0A29EBE06980}" dt="2024-11-25T00:26:07.256" v="2"/>
          <ac:spMkLst>
            <pc:docMk/>
            <pc:sldMk cId="801646715" sldId="259"/>
            <ac:spMk id="5" creationId="{93EDC587-F10B-50CB-7BC4-8A25EAC71F87}"/>
          </ac:spMkLst>
        </pc:spChg>
        <pc:spChg chg="mod">
          <ac:chgData name="Rehan khan" userId="5ecf255ef54f5789" providerId="LiveId" clId="{B35BA6CF-C85A-4AF4-8847-0A29EBE06980}" dt="2024-11-25T00:26:07.303" v="3"/>
          <ac:spMkLst>
            <pc:docMk/>
            <pc:sldMk cId="801646715" sldId="259"/>
            <ac:spMk id="7" creationId="{0B66EC97-5F7F-F0A9-08D2-20C3527FB689}"/>
          </ac:spMkLst>
        </pc:spChg>
      </pc:sldChg>
      <pc:sldChg chg="addSp delSp modSp new mod">
        <pc:chgData name="Rehan khan" userId="5ecf255ef54f5789" providerId="LiveId" clId="{B35BA6CF-C85A-4AF4-8847-0A29EBE06980}" dt="2024-11-25T00:26:11.611" v="40"/>
        <pc:sldMkLst>
          <pc:docMk/>
          <pc:sldMk cId="90171853" sldId="260"/>
        </pc:sldMkLst>
        <pc:spChg chg="mod">
          <ac:chgData name="Rehan khan" userId="5ecf255ef54f5789" providerId="LiveId" clId="{B35BA6CF-C85A-4AF4-8847-0A29EBE06980}" dt="2024-11-25T00:26:07.946" v="12"/>
          <ac:spMkLst>
            <pc:docMk/>
            <pc:sldMk cId="90171853" sldId="260"/>
            <ac:spMk id="2" creationId="{5253F8E4-2901-7865-E030-5C27E6DFC0A9}"/>
          </ac:spMkLst>
        </pc:spChg>
        <pc:spChg chg="mod">
          <ac:chgData name="Rehan khan" userId="5ecf255ef54f5789" providerId="LiveId" clId="{B35BA6CF-C85A-4AF4-8847-0A29EBE06980}" dt="2024-11-25T00:26:07.946" v="11"/>
          <ac:spMkLst>
            <pc:docMk/>
            <pc:sldMk cId="90171853" sldId="260"/>
            <ac:spMk id="3" creationId="{CB2FE270-11A9-BEB8-4018-DEAC4DB0FAB7}"/>
          </ac:spMkLst>
        </pc:spChg>
        <pc:spChg chg="del">
          <ac:chgData name="Rehan khan" userId="5ecf255ef54f5789" providerId="LiveId" clId="{B35BA6CF-C85A-4AF4-8847-0A29EBE06980}" dt="2024-11-25T00:26:11.611" v="40"/>
          <ac:spMkLst>
            <pc:docMk/>
            <pc:sldMk cId="90171853" sldId="260"/>
            <ac:spMk id="5" creationId="{9624C2D8-C3B3-9082-2183-ECD0061B28D4}"/>
          </ac:spMkLst>
        </pc:spChg>
        <pc:spChg chg="mod">
          <ac:chgData name="Rehan khan" userId="5ecf255ef54f5789" providerId="LiveId" clId="{B35BA6CF-C85A-4AF4-8847-0A29EBE06980}" dt="2024-11-25T00:26:07.946" v="14"/>
          <ac:spMkLst>
            <pc:docMk/>
            <pc:sldMk cId="90171853" sldId="260"/>
            <ac:spMk id="6" creationId="{D45FF108-F88E-2C57-EFD3-C5682DACADD8}"/>
          </ac:spMkLst>
        </pc:spChg>
        <pc:spChg chg="mod">
          <ac:chgData name="Rehan khan" userId="5ecf255ef54f5789" providerId="LiveId" clId="{B35BA6CF-C85A-4AF4-8847-0A29EBE06980}" dt="2024-11-25T00:26:07.946" v="13"/>
          <ac:spMkLst>
            <pc:docMk/>
            <pc:sldMk cId="90171853" sldId="260"/>
            <ac:spMk id="7" creationId="{9B250505-D609-9A88-84E4-1ACF1A7E75EB}"/>
          </ac:spMkLst>
        </pc:spChg>
        <pc:picChg chg="add mod">
          <ac:chgData name="Rehan khan" userId="5ecf255ef54f5789" providerId="LiveId" clId="{B35BA6CF-C85A-4AF4-8847-0A29EBE06980}" dt="2024-11-25T00:26:11.611" v="40"/>
          <ac:picMkLst>
            <pc:docMk/>
            <pc:sldMk cId="90171853" sldId="260"/>
            <ac:picMk id="8" creationId="{806D0926-A37C-5561-BA53-4EC424ADA671}"/>
          </ac:picMkLst>
        </pc:picChg>
      </pc:sldChg>
      <pc:sldMasterChg chg="add addSldLayout">
        <pc:chgData name="Rehan khan" userId="5ecf255ef54f5789" providerId="LiveId" clId="{B35BA6CF-C85A-4AF4-8847-0A29EBE06980}" dt="2024-11-25T00:26:07.803" v="5"/>
        <pc:sldMasterMkLst>
          <pc:docMk/>
          <pc:sldMasterMk cId="4143850075" sldId="2147483676"/>
        </pc:sldMasterMkLst>
        <pc:sldLayoutChg chg="add">
          <pc:chgData name="Rehan khan" userId="5ecf255ef54f5789" providerId="LiveId" clId="{B35BA6CF-C85A-4AF4-8847-0A29EBE06980}" dt="2024-11-25T00:26:04.777" v="0"/>
          <pc:sldLayoutMkLst>
            <pc:docMk/>
            <pc:sldMasterMk cId="4143850075" sldId="2147483676"/>
            <pc:sldLayoutMk cId="3083858427" sldId="2147483677"/>
          </pc:sldLayoutMkLst>
        </pc:sldLayoutChg>
        <pc:sldLayoutChg chg="add">
          <pc:chgData name="Rehan khan" userId="5ecf255ef54f5789" providerId="LiveId" clId="{B35BA6CF-C85A-4AF4-8847-0A29EBE06980}" dt="2024-11-25T00:26:04.777" v="0"/>
          <pc:sldLayoutMkLst>
            <pc:docMk/>
            <pc:sldMasterMk cId="4143850075" sldId="2147483676"/>
            <pc:sldLayoutMk cId="1531924527" sldId="2147483678"/>
          </pc:sldLayoutMkLst>
        </pc:sldLayoutChg>
        <pc:sldLayoutChg chg="add">
          <pc:chgData name="Rehan khan" userId="5ecf255ef54f5789" providerId="LiveId" clId="{B35BA6CF-C85A-4AF4-8847-0A29EBE06980}" dt="2024-11-25T00:26:04.777" v="0"/>
          <pc:sldLayoutMkLst>
            <pc:docMk/>
            <pc:sldMasterMk cId="4143850075" sldId="2147483676"/>
            <pc:sldLayoutMk cId="84115513" sldId="2147483679"/>
          </pc:sldLayoutMkLst>
        </pc:sldLayoutChg>
        <pc:sldLayoutChg chg="add">
          <pc:chgData name="Rehan khan" userId="5ecf255ef54f5789" providerId="LiveId" clId="{B35BA6CF-C85A-4AF4-8847-0A29EBE06980}" dt="2024-11-25T00:26:04.777" v="0"/>
          <pc:sldLayoutMkLst>
            <pc:docMk/>
            <pc:sldMasterMk cId="4143850075" sldId="2147483676"/>
            <pc:sldLayoutMk cId="2477519661" sldId="2147483681"/>
          </pc:sldLayoutMkLst>
        </pc:sldLayoutChg>
        <pc:sldLayoutChg chg="add">
          <pc:chgData name="Rehan khan" userId="5ecf255ef54f5789" providerId="LiveId" clId="{B35BA6CF-C85A-4AF4-8847-0A29EBE06980}" dt="2024-11-25T00:26:04.777" v="0"/>
          <pc:sldLayoutMkLst>
            <pc:docMk/>
            <pc:sldMasterMk cId="4143850075" sldId="2147483676"/>
            <pc:sldLayoutMk cId="2825897740" sldId="2147483682"/>
          </pc:sldLayoutMkLst>
        </pc:sldLayoutChg>
        <pc:sldLayoutChg chg="add">
          <pc:chgData name="Rehan khan" userId="5ecf255ef54f5789" providerId="LiveId" clId="{B35BA6CF-C85A-4AF4-8847-0A29EBE06980}" dt="2024-11-25T00:26:04.777" v="0"/>
          <pc:sldLayoutMkLst>
            <pc:docMk/>
            <pc:sldMasterMk cId="4143850075" sldId="2147483676"/>
            <pc:sldLayoutMk cId="3050786339" sldId="2147483683"/>
          </pc:sldLayoutMkLst>
        </pc:sldLayoutChg>
        <pc:sldLayoutChg chg="add">
          <pc:chgData name="Rehan khan" userId="5ecf255ef54f5789" providerId="LiveId" clId="{B35BA6CF-C85A-4AF4-8847-0A29EBE06980}" dt="2024-11-25T00:26:04.777" v="0"/>
          <pc:sldLayoutMkLst>
            <pc:docMk/>
            <pc:sldMasterMk cId="4143850075" sldId="2147483676"/>
            <pc:sldLayoutMk cId="3206522678" sldId="2147483684"/>
          </pc:sldLayoutMkLst>
        </pc:sldLayoutChg>
        <pc:sldLayoutChg chg="add">
          <pc:chgData name="Rehan khan" userId="5ecf255ef54f5789" providerId="LiveId" clId="{B35BA6CF-C85A-4AF4-8847-0A29EBE06980}" dt="2024-11-25T00:26:04.777" v="0"/>
          <pc:sldLayoutMkLst>
            <pc:docMk/>
            <pc:sldMasterMk cId="4143850075" sldId="2147483676"/>
            <pc:sldLayoutMk cId="4148175432" sldId="2147483685"/>
          </pc:sldLayoutMkLst>
        </pc:sldLayoutChg>
        <pc:sldLayoutChg chg="add">
          <pc:chgData name="Rehan khan" userId="5ecf255ef54f5789" providerId="LiveId" clId="{B35BA6CF-C85A-4AF4-8847-0A29EBE06980}" dt="2024-11-25T00:26:04.777" v="0"/>
          <pc:sldLayoutMkLst>
            <pc:docMk/>
            <pc:sldMasterMk cId="4143850075" sldId="2147483676"/>
            <pc:sldLayoutMk cId="3617659370" sldId="2147483686"/>
          </pc:sldLayoutMkLst>
        </pc:sldLayoutChg>
        <pc:sldLayoutChg chg="add">
          <pc:chgData name="Rehan khan" userId="5ecf255ef54f5789" providerId="LiveId" clId="{B35BA6CF-C85A-4AF4-8847-0A29EBE06980}" dt="2024-11-25T00:26:04.777" v="0"/>
          <pc:sldLayoutMkLst>
            <pc:docMk/>
            <pc:sldMasterMk cId="4143850075" sldId="2147483676"/>
            <pc:sldLayoutMk cId="4241053391" sldId="2147483687"/>
          </pc:sldLayoutMkLst>
        </pc:sldLayoutChg>
        <pc:sldLayoutChg chg="add">
          <pc:chgData name="Rehan khan" userId="5ecf255ef54f5789" providerId="LiveId" clId="{B35BA6CF-C85A-4AF4-8847-0A29EBE06980}" dt="2024-11-25T00:26:04.777" v="0"/>
          <pc:sldLayoutMkLst>
            <pc:docMk/>
            <pc:sldMasterMk cId="4143850075" sldId="2147483676"/>
            <pc:sldLayoutMk cId="2053104475" sldId="2147483688"/>
          </pc:sldLayoutMkLst>
        </pc:sldLayoutChg>
        <pc:sldLayoutChg chg="add">
          <pc:chgData name="Rehan khan" userId="5ecf255ef54f5789" providerId="LiveId" clId="{B35BA6CF-C85A-4AF4-8847-0A29EBE06980}" dt="2024-11-25T00:26:04.777" v="0"/>
          <pc:sldLayoutMkLst>
            <pc:docMk/>
            <pc:sldMasterMk cId="4143850075" sldId="2147483676"/>
            <pc:sldLayoutMk cId="2271824434" sldId="2147483689"/>
          </pc:sldLayoutMkLst>
        </pc:sldLayoutChg>
        <pc:sldLayoutChg chg="add">
          <pc:chgData name="Rehan khan" userId="5ecf255ef54f5789" providerId="LiveId" clId="{B35BA6CF-C85A-4AF4-8847-0A29EBE06980}" dt="2024-11-25T00:26:04.777" v="0"/>
          <pc:sldLayoutMkLst>
            <pc:docMk/>
            <pc:sldMasterMk cId="4143850075" sldId="2147483676"/>
            <pc:sldLayoutMk cId="4025754512" sldId="2147483690"/>
          </pc:sldLayoutMkLst>
        </pc:sldLayoutChg>
        <pc:sldLayoutChg chg="add">
          <pc:chgData name="Rehan khan" userId="5ecf255ef54f5789" providerId="LiveId" clId="{B35BA6CF-C85A-4AF4-8847-0A29EBE06980}" dt="2024-11-25T00:26:04.777" v="0"/>
          <pc:sldLayoutMkLst>
            <pc:docMk/>
            <pc:sldMasterMk cId="4143850075" sldId="2147483676"/>
            <pc:sldLayoutMk cId="686744899" sldId="2147483691"/>
          </pc:sldLayoutMkLst>
        </pc:sldLayoutChg>
        <pc:sldLayoutChg chg="add">
          <pc:chgData name="Rehan khan" userId="5ecf255ef54f5789" providerId="LiveId" clId="{B35BA6CF-C85A-4AF4-8847-0A29EBE06980}" dt="2024-11-25T00:26:04.777" v="0"/>
          <pc:sldLayoutMkLst>
            <pc:docMk/>
            <pc:sldMasterMk cId="4143850075" sldId="2147483676"/>
            <pc:sldLayoutMk cId="1492805441" sldId="2147483692"/>
          </pc:sldLayoutMkLst>
        </pc:sldLayoutChg>
        <pc:sldLayoutChg chg="add">
          <pc:chgData name="Rehan khan" userId="5ecf255ef54f5789" providerId="LiveId" clId="{B35BA6CF-C85A-4AF4-8847-0A29EBE06980}" dt="2024-11-25T00:26:04.777" v="0"/>
          <pc:sldLayoutMkLst>
            <pc:docMk/>
            <pc:sldMasterMk cId="4143850075" sldId="2147483676"/>
            <pc:sldLayoutMk cId="1050696451" sldId="2147483693"/>
          </pc:sldLayoutMkLst>
        </pc:sldLayoutChg>
        <pc:sldLayoutChg chg="add">
          <pc:chgData name="Rehan khan" userId="5ecf255ef54f5789" providerId="LiveId" clId="{B35BA6CF-C85A-4AF4-8847-0A29EBE06980}" dt="2024-11-25T00:26:04.777" v="0"/>
          <pc:sldLayoutMkLst>
            <pc:docMk/>
            <pc:sldMasterMk cId="4143850075" sldId="2147483676"/>
            <pc:sldLayoutMk cId="4182109562" sldId="2147483694"/>
          </pc:sldLayoutMkLst>
        </pc:sldLayoutChg>
        <pc:sldLayoutChg chg="add">
          <pc:chgData name="Rehan khan" userId="5ecf255ef54f5789" providerId="LiveId" clId="{B35BA6CF-C85A-4AF4-8847-0A29EBE06980}" dt="2024-11-25T00:26:04.777" v="0"/>
          <pc:sldLayoutMkLst>
            <pc:docMk/>
            <pc:sldMasterMk cId="4143850075" sldId="2147483676"/>
            <pc:sldLayoutMk cId="3705890074" sldId="2147483695"/>
          </pc:sldLayoutMkLst>
        </pc:sldLayoutChg>
        <pc:sldLayoutChg chg="add">
          <pc:chgData name="Rehan khan" userId="5ecf255ef54f5789" providerId="LiveId" clId="{B35BA6CF-C85A-4AF4-8847-0A29EBE06980}" dt="2024-11-25T00:26:07.803" v="5"/>
          <pc:sldLayoutMkLst>
            <pc:docMk/>
            <pc:sldMasterMk cId="4143850075" sldId="2147483676"/>
            <pc:sldLayoutMk cId="2487282671" sldId="214748369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FDBD56-D6F3-49D2-B87A-A00079CDC327}" type="datetimeFigureOut">
              <a:rPr lang="en-IN" smtClean="0"/>
              <a:t>25-11-2024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FCF9C7-351D-4B18-82EF-E14A72C0BD88}" type="slidenum">
              <a:rPr lang="en-IN" smtClean="0"/>
              <a:t>‹#›</a:t>
            </a:fld>
            <a:endParaRPr lang="en-IN"/>
          </a:p>
        </p:txBody>
      </p:sp>
    </p:spTree>
    <p:extLst>
      <p:ext uri="{BB962C8B-B14F-4D97-AF65-F5344CB8AC3E}">
        <p14:creationId xmlns:p14="http://schemas.microsoft.com/office/powerpoint/2010/main" val="1904565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BE8DA-863F-A923-4320-5BBCB30D2D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E9D1C35-C1A1-04D4-CDE7-6DE9FAA002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C4254FD-315F-C882-0299-F04998A36C7F}"/>
              </a:ext>
            </a:extLst>
          </p:cNvPr>
          <p:cNvSpPr>
            <a:spLocks noGrp="1"/>
          </p:cNvSpPr>
          <p:nvPr>
            <p:ph type="dt" sz="half" idx="10"/>
          </p:nvPr>
        </p:nvSpPr>
        <p:spPr/>
        <p:txBody>
          <a:bodyPr/>
          <a:lstStyle/>
          <a:p>
            <a:fld id="{1AB6395D-4A9E-4F3C-8C62-13F37B6801D8}" type="datetimeFigureOut">
              <a:rPr lang="en-IN" smtClean="0"/>
              <a:t>25-11-2024</a:t>
            </a:fld>
            <a:endParaRPr lang="en-IN"/>
          </a:p>
        </p:txBody>
      </p:sp>
      <p:sp>
        <p:nvSpPr>
          <p:cNvPr id="5" name="Footer Placeholder 4">
            <a:extLst>
              <a:ext uri="{FF2B5EF4-FFF2-40B4-BE49-F238E27FC236}">
                <a16:creationId xmlns:a16="http://schemas.microsoft.com/office/drawing/2014/main" id="{F39BC71F-9135-B222-9AEF-D05748959F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E9D703-6777-AE48-7AEC-2737F2E8ADE7}"/>
              </a:ext>
            </a:extLst>
          </p:cNvPr>
          <p:cNvSpPr>
            <a:spLocks noGrp="1"/>
          </p:cNvSpPr>
          <p:nvPr>
            <p:ph type="sldNum" sz="quarter" idx="12"/>
          </p:nvPr>
        </p:nvSpPr>
        <p:spPr/>
        <p:txBody>
          <a:bodyPr/>
          <a:lstStyle/>
          <a:p>
            <a:fld id="{A7AED623-39E9-45A2-9C1A-F2C3EF1D21E9}" type="slidenum">
              <a:rPr lang="en-IN" smtClean="0"/>
              <a:t>‹#›</a:t>
            </a:fld>
            <a:endParaRPr lang="en-IN"/>
          </a:p>
        </p:txBody>
      </p:sp>
    </p:spTree>
    <p:extLst>
      <p:ext uri="{BB962C8B-B14F-4D97-AF65-F5344CB8AC3E}">
        <p14:creationId xmlns:p14="http://schemas.microsoft.com/office/powerpoint/2010/main" val="85432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74CAA-4279-A06E-A835-E3E5824637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CDB983-DA85-50FA-F32B-BE6F417F90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72CE2-B04F-6DF5-BD96-246F80896933}"/>
              </a:ext>
            </a:extLst>
          </p:cNvPr>
          <p:cNvSpPr>
            <a:spLocks noGrp="1"/>
          </p:cNvSpPr>
          <p:nvPr>
            <p:ph type="dt" sz="half" idx="10"/>
          </p:nvPr>
        </p:nvSpPr>
        <p:spPr/>
        <p:txBody>
          <a:bodyPr/>
          <a:lstStyle/>
          <a:p>
            <a:fld id="{1AB6395D-4A9E-4F3C-8C62-13F37B6801D8}" type="datetimeFigureOut">
              <a:rPr lang="en-IN" smtClean="0"/>
              <a:t>25-11-2024</a:t>
            </a:fld>
            <a:endParaRPr lang="en-IN"/>
          </a:p>
        </p:txBody>
      </p:sp>
      <p:sp>
        <p:nvSpPr>
          <p:cNvPr id="5" name="Footer Placeholder 4">
            <a:extLst>
              <a:ext uri="{FF2B5EF4-FFF2-40B4-BE49-F238E27FC236}">
                <a16:creationId xmlns:a16="http://schemas.microsoft.com/office/drawing/2014/main" id="{C00CE377-DAB2-E774-A8C8-EB40FAEA9E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20876E-9DB2-911E-DF5C-B24CE1343A0D}"/>
              </a:ext>
            </a:extLst>
          </p:cNvPr>
          <p:cNvSpPr>
            <a:spLocks noGrp="1"/>
          </p:cNvSpPr>
          <p:nvPr>
            <p:ph type="sldNum" sz="quarter" idx="12"/>
          </p:nvPr>
        </p:nvSpPr>
        <p:spPr/>
        <p:txBody>
          <a:bodyPr/>
          <a:lstStyle/>
          <a:p>
            <a:fld id="{A7AED623-39E9-45A2-9C1A-F2C3EF1D21E9}" type="slidenum">
              <a:rPr lang="en-IN" smtClean="0"/>
              <a:t>‹#›</a:t>
            </a:fld>
            <a:endParaRPr lang="en-IN"/>
          </a:p>
        </p:txBody>
      </p:sp>
    </p:spTree>
    <p:extLst>
      <p:ext uri="{BB962C8B-B14F-4D97-AF65-F5344CB8AC3E}">
        <p14:creationId xmlns:p14="http://schemas.microsoft.com/office/powerpoint/2010/main" val="3142582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6F3E-9BF9-3841-FB6C-22293BD870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CF0E7B6-513D-F1DD-C9AB-BB71A7B493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E88447-BC66-FCE1-456E-A19B6CBC39B2}"/>
              </a:ext>
            </a:extLst>
          </p:cNvPr>
          <p:cNvSpPr>
            <a:spLocks noGrp="1"/>
          </p:cNvSpPr>
          <p:nvPr>
            <p:ph type="dt" sz="half" idx="10"/>
          </p:nvPr>
        </p:nvSpPr>
        <p:spPr/>
        <p:txBody>
          <a:bodyPr/>
          <a:lstStyle/>
          <a:p>
            <a:fld id="{1AB6395D-4A9E-4F3C-8C62-13F37B6801D8}" type="datetimeFigureOut">
              <a:rPr lang="en-IN" smtClean="0"/>
              <a:t>25-11-2024</a:t>
            </a:fld>
            <a:endParaRPr lang="en-IN"/>
          </a:p>
        </p:txBody>
      </p:sp>
      <p:sp>
        <p:nvSpPr>
          <p:cNvPr id="5" name="Footer Placeholder 4">
            <a:extLst>
              <a:ext uri="{FF2B5EF4-FFF2-40B4-BE49-F238E27FC236}">
                <a16:creationId xmlns:a16="http://schemas.microsoft.com/office/drawing/2014/main" id="{78409916-59D8-0250-B9BF-DD132E227E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574771-0109-9081-0AB9-B1257E22F1C6}"/>
              </a:ext>
            </a:extLst>
          </p:cNvPr>
          <p:cNvSpPr>
            <a:spLocks noGrp="1"/>
          </p:cNvSpPr>
          <p:nvPr>
            <p:ph type="sldNum" sz="quarter" idx="12"/>
          </p:nvPr>
        </p:nvSpPr>
        <p:spPr/>
        <p:txBody>
          <a:bodyPr/>
          <a:lstStyle/>
          <a:p>
            <a:fld id="{A7AED623-39E9-45A2-9C1A-F2C3EF1D21E9}" type="slidenum">
              <a:rPr lang="en-IN" smtClean="0"/>
              <a:t>‹#›</a:t>
            </a:fld>
            <a:endParaRPr lang="en-IN"/>
          </a:p>
        </p:txBody>
      </p:sp>
    </p:spTree>
    <p:extLst>
      <p:ext uri="{BB962C8B-B14F-4D97-AF65-F5344CB8AC3E}">
        <p14:creationId xmlns:p14="http://schemas.microsoft.com/office/powerpoint/2010/main" val="2865957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8F19C-9E9C-63FB-F964-0E277C4227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550654-ECF4-E229-84C5-2EA5AB5BF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5AF20B3-615C-7A94-E1DB-8694702CFD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4EB6552-C14C-8DAD-6098-C724BC224F84}"/>
              </a:ext>
            </a:extLst>
          </p:cNvPr>
          <p:cNvSpPr>
            <a:spLocks noGrp="1"/>
          </p:cNvSpPr>
          <p:nvPr>
            <p:ph type="dt" sz="half" idx="10"/>
          </p:nvPr>
        </p:nvSpPr>
        <p:spPr/>
        <p:txBody>
          <a:bodyPr/>
          <a:lstStyle/>
          <a:p>
            <a:fld id="{1AB6395D-4A9E-4F3C-8C62-13F37B6801D8}" type="datetimeFigureOut">
              <a:rPr lang="en-IN" smtClean="0"/>
              <a:t>25-11-2024</a:t>
            </a:fld>
            <a:endParaRPr lang="en-IN"/>
          </a:p>
        </p:txBody>
      </p:sp>
      <p:sp>
        <p:nvSpPr>
          <p:cNvPr id="6" name="Footer Placeholder 5">
            <a:extLst>
              <a:ext uri="{FF2B5EF4-FFF2-40B4-BE49-F238E27FC236}">
                <a16:creationId xmlns:a16="http://schemas.microsoft.com/office/drawing/2014/main" id="{116C38F5-A9B6-CFC8-377B-D69EC33F35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1D24CE-9A67-938E-98D9-5378EFAB1C02}"/>
              </a:ext>
            </a:extLst>
          </p:cNvPr>
          <p:cNvSpPr>
            <a:spLocks noGrp="1"/>
          </p:cNvSpPr>
          <p:nvPr>
            <p:ph type="sldNum" sz="quarter" idx="12"/>
          </p:nvPr>
        </p:nvSpPr>
        <p:spPr/>
        <p:txBody>
          <a:bodyPr/>
          <a:lstStyle/>
          <a:p>
            <a:fld id="{A7AED623-39E9-45A2-9C1A-F2C3EF1D21E9}" type="slidenum">
              <a:rPr lang="en-IN" smtClean="0"/>
              <a:t>‹#›</a:t>
            </a:fld>
            <a:endParaRPr lang="en-IN"/>
          </a:p>
        </p:txBody>
      </p:sp>
    </p:spTree>
    <p:extLst>
      <p:ext uri="{BB962C8B-B14F-4D97-AF65-F5344CB8AC3E}">
        <p14:creationId xmlns:p14="http://schemas.microsoft.com/office/powerpoint/2010/main" val="3212863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1E6B9-6AD0-849C-7DE1-659C23304F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09AF29-3132-9032-99DB-F3237645F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954F48-F737-F7B2-9C38-67C0F605D1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6AA630-6B70-D57A-5446-701326A4B4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21285B-2D13-4FCC-1C49-87E8C47380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70509A-1A82-2551-5ED8-34F03543348F}"/>
              </a:ext>
            </a:extLst>
          </p:cNvPr>
          <p:cNvSpPr>
            <a:spLocks noGrp="1"/>
          </p:cNvSpPr>
          <p:nvPr>
            <p:ph type="dt" sz="half" idx="10"/>
          </p:nvPr>
        </p:nvSpPr>
        <p:spPr/>
        <p:txBody>
          <a:bodyPr/>
          <a:lstStyle/>
          <a:p>
            <a:fld id="{1AB6395D-4A9E-4F3C-8C62-13F37B6801D8}" type="datetimeFigureOut">
              <a:rPr lang="en-IN" smtClean="0"/>
              <a:t>25-11-2024</a:t>
            </a:fld>
            <a:endParaRPr lang="en-IN"/>
          </a:p>
        </p:txBody>
      </p:sp>
      <p:sp>
        <p:nvSpPr>
          <p:cNvPr id="8" name="Footer Placeholder 7">
            <a:extLst>
              <a:ext uri="{FF2B5EF4-FFF2-40B4-BE49-F238E27FC236}">
                <a16:creationId xmlns:a16="http://schemas.microsoft.com/office/drawing/2014/main" id="{1046D215-35D0-3219-EDE8-81D27CB82F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7F6ABF4-3A10-A208-2A23-4F70298CD795}"/>
              </a:ext>
            </a:extLst>
          </p:cNvPr>
          <p:cNvSpPr>
            <a:spLocks noGrp="1"/>
          </p:cNvSpPr>
          <p:nvPr>
            <p:ph type="sldNum" sz="quarter" idx="12"/>
          </p:nvPr>
        </p:nvSpPr>
        <p:spPr/>
        <p:txBody>
          <a:bodyPr/>
          <a:lstStyle/>
          <a:p>
            <a:fld id="{A7AED623-39E9-45A2-9C1A-F2C3EF1D21E9}" type="slidenum">
              <a:rPr lang="en-IN" smtClean="0"/>
              <a:t>‹#›</a:t>
            </a:fld>
            <a:endParaRPr lang="en-IN"/>
          </a:p>
        </p:txBody>
      </p:sp>
    </p:spTree>
    <p:extLst>
      <p:ext uri="{BB962C8B-B14F-4D97-AF65-F5344CB8AC3E}">
        <p14:creationId xmlns:p14="http://schemas.microsoft.com/office/powerpoint/2010/main" val="2941114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D0C8D-3F17-BD80-C9B3-652B316FDBA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38AF08-E263-FB2E-6094-A1CA8295ADA4}"/>
              </a:ext>
            </a:extLst>
          </p:cNvPr>
          <p:cNvSpPr>
            <a:spLocks noGrp="1"/>
          </p:cNvSpPr>
          <p:nvPr>
            <p:ph type="dt" sz="half" idx="10"/>
          </p:nvPr>
        </p:nvSpPr>
        <p:spPr/>
        <p:txBody>
          <a:bodyPr/>
          <a:lstStyle/>
          <a:p>
            <a:fld id="{1AB6395D-4A9E-4F3C-8C62-13F37B6801D8}" type="datetimeFigureOut">
              <a:rPr lang="en-IN" smtClean="0"/>
              <a:t>25-11-2024</a:t>
            </a:fld>
            <a:endParaRPr lang="en-IN"/>
          </a:p>
        </p:txBody>
      </p:sp>
      <p:sp>
        <p:nvSpPr>
          <p:cNvPr id="4" name="Footer Placeholder 3">
            <a:extLst>
              <a:ext uri="{FF2B5EF4-FFF2-40B4-BE49-F238E27FC236}">
                <a16:creationId xmlns:a16="http://schemas.microsoft.com/office/drawing/2014/main" id="{2AB101CD-B053-33BB-348C-70CA91AF582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9A43BE4-C0C2-DD6C-D539-42C9DBD7BBC8}"/>
              </a:ext>
            </a:extLst>
          </p:cNvPr>
          <p:cNvSpPr>
            <a:spLocks noGrp="1"/>
          </p:cNvSpPr>
          <p:nvPr>
            <p:ph type="sldNum" sz="quarter" idx="12"/>
          </p:nvPr>
        </p:nvSpPr>
        <p:spPr/>
        <p:txBody>
          <a:bodyPr/>
          <a:lstStyle/>
          <a:p>
            <a:fld id="{A7AED623-39E9-45A2-9C1A-F2C3EF1D21E9}" type="slidenum">
              <a:rPr lang="en-IN" smtClean="0"/>
              <a:t>‹#›</a:t>
            </a:fld>
            <a:endParaRPr lang="en-IN"/>
          </a:p>
        </p:txBody>
      </p:sp>
    </p:spTree>
    <p:extLst>
      <p:ext uri="{BB962C8B-B14F-4D97-AF65-F5344CB8AC3E}">
        <p14:creationId xmlns:p14="http://schemas.microsoft.com/office/powerpoint/2010/main" val="962475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36F14E-CE04-77A3-8393-9A8EBA23EE03}"/>
              </a:ext>
            </a:extLst>
          </p:cNvPr>
          <p:cNvSpPr>
            <a:spLocks noGrp="1"/>
          </p:cNvSpPr>
          <p:nvPr>
            <p:ph type="dt" sz="half" idx="10"/>
          </p:nvPr>
        </p:nvSpPr>
        <p:spPr/>
        <p:txBody>
          <a:bodyPr/>
          <a:lstStyle/>
          <a:p>
            <a:fld id="{1AB6395D-4A9E-4F3C-8C62-13F37B6801D8}" type="datetimeFigureOut">
              <a:rPr lang="en-IN" smtClean="0"/>
              <a:t>25-11-2024</a:t>
            </a:fld>
            <a:endParaRPr lang="en-IN"/>
          </a:p>
        </p:txBody>
      </p:sp>
      <p:sp>
        <p:nvSpPr>
          <p:cNvPr id="3" name="Footer Placeholder 2">
            <a:extLst>
              <a:ext uri="{FF2B5EF4-FFF2-40B4-BE49-F238E27FC236}">
                <a16:creationId xmlns:a16="http://schemas.microsoft.com/office/drawing/2014/main" id="{B0D751D7-50BB-1D57-13FF-BEE7D77B832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F9B88C-9EC8-EBBC-2F46-4835F36F96C9}"/>
              </a:ext>
            </a:extLst>
          </p:cNvPr>
          <p:cNvSpPr>
            <a:spLocks noGrp="1"/>
          </p:cNvSpPr>
          <p:nvPr>
            <p:ph type="sldNum" sz="quarter" idx="12"/>
          </p:nvPr>
        </p:nvSpPr>
        <p:spPr/>
        <p:txBody>
          <a:bodyPr/>
          <a:lstStyle/>
          <a:p>
            <a:fld id="{A7AED623-39E9-45A2-9C1A-F2C3EF1D21E9}" type="slidenum">
              <a:rPr lang="en-IN" smtClean="0"/>
              <a:t>‹#›</a:t>
            </a:fld>
            <a:endParaRPr lang="en-IN"/>
          </a:p>
        </p:txBody>
      </p:sp>
    </p:spTree>
    <p:extLst>
      <p:ext uri="{BB962C8B-B14F-4D97-AF65-F5344CB8AC3E}">
        <p14:creationId xmlns:p14="http://schemas.microsoft.com/office/powerpoint/2010/main" val="4046710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C1CBD-CB1A-19B2-9527-839447D3D9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388640-DEA7-A323-74C6-68ACB547A9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7C9F95-8AFC-CEFF-41CC-81A31416C3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51306A-682D-C141-DD4B-CB7ED6C125F8}"/>
              </a:ext>
            </a:extLst>
          </p:cNvPr>
          <p:cNvSpPr>
            <a:spLocks noGrp="1"/>
          </p:cNvSpPr>
          <p:nvPr>
            <p:ph type="dt" sz="half" idx="10"/>
          </p:nvPr>
        </p:nvSpPr>
        <p:spPr/>
        <p:txBody>
          <a:bodyPr/>
          <a:lstStyle/>
          <a:p>
            <a:fld id="{1AB6395D-4A9E-4F3C-8C62-13F37B6801D8}" type="datetimeFigureOut">
              <a:rPr lang="en-IN" smtClean="0"/>
              <a:t>25-11-2024</a:t>
            </a:fld>
            <a:endParaRPr lang="en-IN"/>
          </a:p>
        </p:txBody>
      </p:sp>
      <p:sp>
        <p:nvSpPr>
          <p:cNvPr id="6" name="Footer Placeholder 5">
            <a:extLst>
              <a:ext uri="{FF2B5EF4-FFF2-40B4-BE49-F238E27FC236}">
                <a16:creationId xmlns:a16="http://schemas.microsoft.com/office/drawing/2014/main" id="{AC0443DD-9AAD-CAB1-D9D9-CC5D523F3B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EAA796-72AE-AC99-88DC-CE7165637D7B}"/>
              </a:ext>
            </a:extLst>
          </p:cNvPr>
          <p:cNvSpPr>
            <a:spLocks noGrp="1"/>
          </p:cNvSpPr>
          <p:nvPr>
            <p:ph type="sldNum" sz="quarter" idx="12"/>
          </p:nvPr>
        </p:nvSpPr>
        <p:spPr/>
        <p:txBody>
          <a:bodyPr/>
          <a:lstStyle/>
          <a:p>
            <a:fld id="{A7AED623-39E9-45A2-9C1A-F2C3EF1D21E9}" type="slidenum">
              <a:rPr lang="en-IN" smtClean="0"/>
              <a:t>‹#›</a:t>
            </a:fld>
            <a:endParaRPr lang="en-IN"/>
          </a:p>
        </p:txBody>
      </p:sp>
    </p:spTree>
    <p:extLst>
      <p:ext uri="{BB962C8B-B14F-4D97-AF65-F5344CB8AC3E}">
        <p14:creationId xmlns:p14="http://schemas.microsoft.com/office/powerpoint/2010/main" val="2871495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43DF0-99FA-FB61-D4DD-A7C4F069ED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CD9BBE-6CE1-DEA2-0513-AD56BA082C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5C47E3F-BE0D-AC6F-1E1E-BEE36D7D1A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4C2E98-1794-1A33-AADF-26919B30CD05}"/>
              </a:ext>
            </a:extLst>
          </p:cNvPr>
          <p:cNvSpPr>
            <a:spLocks noGrp="1"/>
          </p:cNvSpPr>
          <p:nvPr>
            <p:ph type="dt" sz="half" idx="10"/>
          </p:nvPr>
        </p:nvSpPr>
        <p:spPr/>
        <p:txBody>
          <a:bodyPr/>
          <a:lstStyle/>
          <a:p>
            <a:fld id="{1AB6395D-4A9E-4F3C-8C62-13F37B6801D8}" type="datetimeFigureOut">
              <a:rPr lang="en-IN" smtClean="0"/>
              <a:t>25-11-2024</a:t>
            </a:fld>
            <a:endParaRPr lang="en-IN"/>
          </a:p>
        </p:txBody>
      </p:sp>
      <p:sp>
        <p:nvSpPr>
          <p:cNvPr id="6" name="Footer Placeholder 5">
            <a:extLst>
              <a:ext uri="{FF2B5EF4-FFF2-40B4-BE49-F238E27FC236}">
                <a16:creationId xmlns:a16="http://schemas.microsoft.com/office/drawing/2014/main" id="{569E8EC0-3A6F-053F-4518-8D2F05DF56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967746-D0EE-39AB-43AD-E330F48A6856}"/>
              </a:ext>
            </a:extLst>
          </p:cNvPr>
          <p:cNvSpPr>
            <a:spLocks noGrp="1"/>
          </p:cNvSpPr>
          <p:nvPr>
            <p:ph type="sldNum" sz="quarter" idx="12"/>
          </p:nvPr>
        </p:nvSpPr>
        <p:spPr/>
        <p:txBody>
          <a:bodyPr/>
          <a:lstStyle/>
          <a:p>
            <a:fld id="{A7AED623-39E9-45A2-9C1A-F2C3EF1D21E9}" type="slidenum">
              <a:rPr lang="en-IN" smtClean="0"/>
              <a:t>‹#›</a:t>
            </a:fld>
            <a:endParaRPr lang="en-IN"/>
          </a:p>
        </p:txBody>
      </p:sp>
    </p:spTree>
    <p:extLst>
      <p:ext uri="{BB962C8B-B14F-4D97-AF65-F5344CB8AC3E}">
        <p14:creationId xmlns:p14="http://schemas.microsoft.com/office/powerpoint/2010/main" val="227865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15B30-6BA3-EFD0-F52F-373E7E9333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D178F6-2244-D3E8-BDDC-06D7DD001F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AE6379-C590-CA90-9594-830D1A4A5D21}"/>
              </a:ext>
            </a:extLst>
          </p:cNvPr>
          <p:cNvSpPr>
            <a:spLocks noGrp="1"/>
          </p:cNvSpPr>
          <p:nvPr>
            <p:ph type="dt" sz="half" idx="10"/>
          </p:nvPr>
        </p:nvSpPr>
        <p:spPr/>
        <p:txBody>
          <a:bodyPr/>
          <a:lstStyle/>
          <a:p>
            <a:fld id="{1AB6395D-4A9E-4F3C-8C62-13F37B6801D8}" type="datetimeFigureOut">
              <a:rPr lang="en-IN" smtClean="0"/>
              <a:t>25-11-2024</a:t>
            </a:fld>
            <a:endParaRPr lang="en-IN"/>
          </a:p>
        </p:txBody>
      </p:sp>
      <p:sp>
        <p:nvSpPr>
          <p:cNvPr id="5" name="Footer Placeholder 4">
            <a:extLst>
              <a:ext uri="{FF2B5EF4-FFF2-40B4-BE49-F238E27FC236}">
                <a16:creationId xmlns:a16="http://schemas.microsoft.com/office/drawing/2014/main" id="{7E9EFD8F-8CEB-E004-4DE9-1A166324C6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28F506-1939-42D0-A5FC-8A419A366D2E}"/>
              </a:ext>
            </a:extLst>
          </p:cNvPr>
          <p:cNvSpPr>
            <a:spLocks noGrp="1"/>
          </p:cNvSpPr>
          <p:nvPr>
            <p:ph type="sldNum" sz="quarter" idx="12"/>
          </p:nvPr>
        </p:nvSpPr>
        <p:spPr/>
        <p:txBody>
          <a:bodyPr/>
          <a:lstStyle/>
          <a:p>
            <a:fld id="{A7AED623-39E9-45A2-9C1A-F2C3EF1D21E9}" type="slidenum">
              <a:rPr lang="en-IN" smtClean="0"/>
              <a:t>‹#›</a:t>
            </a:fld>
            <a:endParaRPr lang="en-IN"/>
          </a:p>
        </p:txBody>
      </p:sp>
    </p:spTree>
    <p:extLst>
      <p:ext uri="{BB962C8B-B14F-4D97-AF65-F5344CB8AC3E}">
        <p14:creationId xmlns:p14="http://schemas.microsoft.com/office/powerpoint/2010/main" val="787037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E9C3DD-8120-BC0C-4CC9-AA91649111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849939-E7C2-6750-52AE-9FF98C09AB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DF42A7-FA31-BE1C-58BD-91EFA9E97E33}"/>
              </a:ext>
            </a:extLst>
          </p:cNvPr>
          <p:cNvSpPr>
            <a:spLocks noGrp="1"/>
          </p:cNvSpPr>
          <p:nvPr>
            <p:ph type="dt" sz="half" idx="10"/>
          </p:nvPr>
        </p:nvSpPr>
        <p:spPr/>
        <p:txBody>
          <a:bodyPr/>
          <a:lstStyle/>
          <a:p>
            <a:fld id="{1AB6395D-4A9E-4F3C-8C62-13F37B6801D8}" type="datetimeFigureOut">
              <a:rPr lang="en-IN" smtClean="0"/>
              <a:t>25-11-2024</a:t>
            </a:fld>
            <a:endParaRPr lang="en-IN"/>
          </a:p>
        </p:txBody>
      </p:sp>
      <p:sp>
        <p:nvSpPr>
          <p:cNvPr id="5" name="Footer Placeholder 4">
            <a:extLst>
              <a:ext uri="{FF2B5EF4-FFF2-40B4-BE49-F238E27FC236}">
                <a16:creationId xmlns:a16="http://schemas.microsoft.com/office/drawing/2014/main" id="{6C63D023-BB26-ADB7-863E-A9D5AA2DE7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8AF0AA-F31B-F61C-C460-C8BF25B0C872}"/>
              </a:ext>
            </a:extLst>
          </p:cNvPr>
          <p:cNvSpPr>
            <a:spLocks noGrp="1"/>
          </p:cNvSpPr>
          <p:nvPr>
            <p:ph type="sldNum" sz="quarter" idx="12"/>
          </p:nvPr>
        </p:nvSpPr>
        <p:spPr/>
        <p:txBody>
          <a:bodyPr/>
          <a:lstStyle/>
          <a:p>
            <a:fld id="{A7AED623-39E9-45A2-9C1A-F2C3EF1D21E9}" type="slidenum">
              <a:rPr lang="en-IN" smtClean="0"/>
              <a:t>‹#›</a:t>
            </a:fld>
            <a:endParaRPr lang="en-IN"/>
          </a:p>
        </p:txBody>
      </p:sp>
    </p:spTree>
    <p:extLst>
      <p:ext uri="{BB962C8B-B14F-4D97-AF65-F5344CB8AC3E}">
        <p14:creationId xmlns:p14="http://schemas.microsoft.com/office/powerpoint/2010/main" val="1653199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ctrTitle"/>
          </p:nvPr>
        </p:nvSpPr>
        <p:spPr>
          <a:xfrm>
            <a:off x="587064" y="2410921"/>
            <a:ext cx="8960219" cy="3861600"/>
          </a:xfrm>
        </p:spPr>
        <p:txBody>
          <a:bodyPr anchor="t">
            <a:noAutofit/>
          </a:bodyPr>
          <a:lstStyle>
            <a:lvl1pPr algn="l">
              <a:defRPr sz="7667"/>
            </a:lvl1pPr>
          </a:lstStyle>
          <a:p>
            <a:r>
              <a:rPr lang="en-US" dirty="0"/>
              <a:t>Click to edit Master title style</a:t>
            </a:r>
          </a:p>
        </p:txBody>
      </p:sp>
      <p:sp>
        <p:nvSpPr>
          <p:cNvPr id="5" name="Footer Placeholder 4"/>
          <p:cNvSpPr>
            <a:spLocks noGrp="1"/>
          </p:cNvSpPr>
          <p:nvPr>
            <p:ph type="ftr" sz="quarter" idx="11"/>
          </p:nvPr>
        </p:nvSpPr>
        <p:spPr>
          <a:xfrm rot="16200000">
            <a:off x="9829799" y="3246438"/>
            <a:ext cx="4114800" cy="365125"/>
          </a:xfrm>
        </p:spPr>
        <p:txBody>
          <a:bodyPr/>
          <a:lstStyle>
            <a:lvl1pPr algn="ctr">
              <a:defRPr sz="1400"/>
            </a:lvl1pPr>
          </a:lstStyle>
          <a:p>
            <a:r>
              <a:rPr lang="en-ID" dirty="0"/>
              <a:t>PRESENTATION TITLE</a:t>
            </a:r>
          </a:p>
        </p:txBody>
      </p:sp>
      <p:sp>
        <p:nvSpPr>
          <p:cNvPr id="8" name="Text Placeholder 7">
            <a:extLst>
              <a:ext uri="{FF2B5EF4-FFF2-40B4-BE49-F238E27FC236}">
                <a16:creationId xmlns:a16="http://schemas.microsoft.com/office/drawing/2014/main" id="{535AAFEA-9797-719F-034E-1443278D0DB8}"/>
              </a:ext>
            </a:extLst>
          </p:cNvPr>
          <p:cNvSpPr>
            <a:spLocks noGrp="1"/>
          </p:cNvSpPr>
          <p:nvPr>
            <p:ph type="body" sz="quarter" idx="12"/>
          </p:nvPr>
        </p:nvSpPr>
        <p:spPr>
          <a:xfrm>
            <a:off x="5783792" y="1123641"/>
            <a:ext cx="5184775" cy="1197600"/>
          </a:xfrm>
        </p:spPr>
        <p:txBody>
          <a:bodyPr anchor="ctr" anchorCtr="0">
            <a:noAutofit/>
          </a:bodyPr>
          <a:lstStyle/>
          <a:p>
            <a:pPr lvl="0"/>
            <a:r>
              <a:rPr lang="en-US" dirty="0"/>
              <a:t>Click to edit Master text styles</a:t>
            </a:r>
          </a:p>
        </p:txBody>
      </p:sp>
    </p:spTree>
    <p:extLst>
      <p:ext uri="{BB962C8B-B14F-4D97-AF65-F5344CB8AC3E}">
        <p14:creationId xmlns:p14="http://schemas.microsoft.com/office/powerpoint/2010/main" val="30838584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5E2A2-57CA-76B4-7FC7-0E7E733D4B24}"/>
              </a:ext>
            </a:extLst>
          </p:cNvPr>
          <p:cNvSpPr>
            <a:spLocks noGrp="1"/>
          </p:cNvSpPr>
          <p:nvPr>
            <p:ph type="title"/>
          </p:nvPr>
        </p:nvSpPr>
        <p:spPr>
          <a:xfrm>
            <a:off x="599016" y="575019"/>
            <a:ext cx="4876800" cy="1325563"/>
          </a:xfrm>
        </p:spPr>
        <p:txBody>
          <a:bodyPr anchor="t">
            <a:noAutofit/>
          </a:body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D5902CC6-0866-F6F1-FFC1-330B30DD7393}"/>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4CCFEAA7-A226-2E50-AD23-5FE2A5B98604}"/>
              </a:ext>
            </a:extLst>
          </p:cNvPr>
          <p:cNvSpPr>
            <a:spLocks noGrp="1"/>
          </p:cNvSpPr>
          <p:nvPr>
            <p:ph type="sldNum" sz="quarter" idx="11"/>
          </p:nvPr>
        </p:nvSpPr>
        <p:spPr/>
        <p:txBody>
          <a:bodyPr/>
          <a:lstStyle/>
          <a:p>
            <a:fld id="{CF6F24BE-8BEB-403A-BDCC-38E201D0662D}" type="slidenum">
              <a:rPr lang="en-ID" smtClean="0"/>
              <a:pPr/>
              <a:t>‹#›</a:t>
            </a:fld>
            <a:endParaRPr lang="en-ID" dirty="0"/>
          </a:p>
        </p:txBody>
      </p:sp>
      <p:sp>
        <p:nvSpPr>
          <p:cNvPr id="6" name="Picture Placeholder 5">
            <a:extLst>
              <a:ext uri="{FF2B5EF4-FFF2-40B4-BE49-F238E27FC236}">
                <a16:creationId xmlns:a16="http://schemas.microsoft.com/office/drawing/2014/main" id="{C69D59CD-16F0-1FCD-4958-4D1937859515}"/>
              </a:ext>
            </a:extLst>
          </p:cNvPr>
          <p:cNvSpPr>
            <a:spLocks noGrp="1"/>
          </p:cNvSpPr>
          <p:nvPr>
            <p:ph type="pic" sz="quarter" idx="12"/>
          </p:nvPr>
        </p:nvSpPr>
        <p:spPr>
          <a:xfrm>
            <a:off x="5783793" y="0"/>
            <a:ext cx="5798607" cy="6858000"/>
          </a:xfrm>
        </p:spPr>
        <p:txBody>
          <a:bodyPr/>
          <a:lstStyle/>
          <a:p>
            <a:endParaRPr lang="en-ID"/>
          </a:p>
        </p:txBody>
      </p:sp>
      <p:sp>
        <p:nvSpPr>
          <p:cNvPr id="8" name="Text Placeholder 7">
            <a:extLst>
              <a:ext uri="{FF2B5EF4-FFF2-40B4-BE49-F238E27FC236}">
                <a16:creationId xmlns:a16="http://schemas.microsoft.com/office/drawing/2014/main" id="{D1694355-D2F1-6177-CA10-2FB2BDCA94FF}"/>
              </a:ext>
            </a:extLst>
          </p:cNvPr>
          <p:cNvSpPr>
            <a:spLocks noGrp="1"/>
          </p:cNvSpPr>
          <p:nvPr>
            <p:ph type="body" sz="quarter" idx="13"/>
          </p:nvPr>
        </p:nvSpPr>
        <p:spPr>
          <a:xfrm>
            <a:off x="594733" y="3072977"/>
            <a:ext cx="4631139" cy="3196800"/>
          </a:xfrm>
        </p:spPr>
        <p:txBody>
          <a:bodyPr>
            <a:noAutofit/>
          </a:bodyPr>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11" name="Text Placeholder 6">
            <a:extLst>
              <a:ext uri="{FF2B5EF4-FFF2-40B4-BE49-F238E27FC236}">
                <a16:creationId xmlns:a16="http://schemas.microsoft.com/office/drawing/2014/main" id="{3686FCB5-A714-48C5-F801-8BC93CA09E32}"/>
              </a:ext>
            </a:extLst>
          </p:cNvPr>
          <p:cNvSpPr>
            <a:spLocks noGrp="1"/>
          </p:cNvSpPr>
          <p:nvPr>
            <p:ph type="body" sz="quarter" idx="17"/>
          </p:nvPr>
        </p:nvSpPr>
        <p:spPr>
          <a:xfrm>
            <a:off x="594733" y="2656167"/>
            <a:ext cx="4634868" cy="369600"/>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1531924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lumn(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25B17-B4A1-EB92-A298-388D035BB224}"/>
              </a:ext>
            </a:extLst>
          </p:cNvPr>
          <p:cNvSpPr>
            <a:spLocks noGrp="1"/>
          </p:cNvSpPr>
          <p:nvPr>
            <p:ph type="title"/>
          </p:nvPr>
        </p:nvSpPr>
        <p:spPr>
          <a:xfrm>
            <a:off x="599017" y="570115"/>
            <a:ext cx="3323629" cy="5725248"/>
          </a:xfrm>
        </p:spPr>
        <p:txBody>
          <a:bodyPr anchor="ctr">
            <a:noAutofit/>
          </a:bodyPr>
          <a:lstStyle>
            <a:lvl1pPr algn="r">
              <a:defRPr/>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AC6CE9A8-062F-E52A-B822-F2C682A3C03D}"/>
              </a:ext>
            </a:extLst>
          </p:cNvPr>
          <p:cNvSpPr>
            <a:spLocks noGrp="1"/>
          </p:cNvSpPr>
          <p:nvPr>
            <p:ph type="ftr" sz="quarter" idx="10"/>
          </p:nvPr>
        </p:nvSpPr>
        <p:spPr/>
        <p:txBody>
          <a:bodyPr/>
          <a:lstStyle>
            <a:lvl1pPr>
              <a:defRPr sz="1400"/>
            </a:lvl1pPr>
          </a:lstStyle>
          <a:p>
            <a:r>
              <a:rPr lang="en-ID" dirty="0"/>
              <a:t>PRESENTATION TITLE</a:t>
            </a:r>
          </a:p>
        </p:txBody>
      </p:sp>
      <p:sp>
        <p:nvSpPr>
          <p:cNvPr id="4" name="Slide Number Placeholder 3">
            <a:extLst>
              <a:ext uri="{FF2B5EF4-FFF2-40B4-BE49-F238E27FC236}">
                <a16:creationId xmlns:a16="http://schemas.microsoft.com/office/drawing/2014/main" id="{7D6EDBD3-C06B-F685-6F3A-17047C93B3B5}"/>
              </a:ext>
            </a:extLst>
          </p:cNvPr>
          <p:cNvSpPr>
            <a:spLocks noGrp="1"/>
          </p:cNvSpPr>
          <p:nvPr>
            <p:ph type="sldNum" sz="quarter" idx="11"/>
          </p:nvPr>
        </p:nvSpPr>
        <p:spPr/>
        <p:txBody>
          <a:bodyPr/>
          <a:lstStyle/>
          <a:p>
            <a:fld id="{CF6F24BE-8BEB-403A-BDCC-38E201D0662D}" type="slidenum">
              <a:rPr lang="en-ID" smtClean="0"/>
              <a:pPr/>
              <a:t>‹#›</a:t>
            </a:fld>
            <a:endParaRPr lang="en-ID" dirty="0"/>
          </a:p>
        </p:txBody>
      </p:sp>
      <p:sp>
        <p:nvSpPr>
          <p:cNvPr id="6" name="Picture Placeholder 5">
            <a:extLst>
              <a:ext uri="{FF2B5EF4-FFF2-40B4-BE49-F238E27FC236}">
                <a16:creationId xmlns:a16="http://schemas.microsoft.com/office/drawing/2014/main" id="{1CDEB065-BE89-3D91-17A6-55B54A05854D}"/>
              </a:ext>
            </a:extLst>
          </p:cNvPr>
          <p:cNvSpPr>
            <a:spLocks noGrp="1"/>
          </p:cNvSpPr>
          <p:nvPr>
            <p:ph type="pic" sz="quarter" idx="12"/>
          </p:nvPr>
        </p:nvSpPr>
        <p:spPr>
          <a:xfrm>
            <a:off x="4205357" y="579430"/>
            <a:ext cx="2120348" cy="5715933"/>
          </a:xfrm>
        </p:spPr>
        <p:txBody>
          <a:bodyPr/>
          <a:lstStyle/>
          <a:p>
            <a:endParaRPr lang="en-ID"/>
          </a:p>
        </p:txBody>
      </p:sp>
      <p:sp>
        <p:nvSpPr>
          <p:cNvPr id="8" name="Text Placeholder 7">
            <a:extLst>
              <a:ext uri="{FF2B5EF4-FFF2-40B4-BE49-F238E27FC236}">
                <a16:creationId xmlns:a16="http://schemas.microsoft.com/office/drawing/2014/main" id="{89DCE6C6-C40C-F791-B3FF-EEAA2288C092}"/>
              </a:ext>
            </a:extLst>
          </p:cNvPr>
          <p:cNvSpPr>
            <a:spLocks noGrp="1"/>
          </p:cNvSpPr>
          <p:nvPr>
            <p:ph type="body" sz="quarter" idx="13"/>
          </p:nvPr>
        </p:nvSpPr>
        <p:spPr>
          <a:xfrm>
            <a:off x="6608418" y="1058563"/>
            <a:ext cx="4360149" cy="5236800"/>
          </a:xfrm>
        </p:spPr>
        <p:txBody>
          <a:bodyPr anchor="t" anchorCtr="0">
            <a:noAutofit/>
          </a:bodyPr>
          <a:lstStyle/>
          <a:p>
            <a:pPr lvl="0"/>
            <a:r>
              <a:rPr lang="en-US" dirty="0"/>
              <a:t>Click to edit Master text styles</a:t>
            </a:r>
          </a:p>
        </p:txBody>
      </p:sp>
      <p:sp>
        <p:nvSpPr>
          <p:cNvPr id="7" name="Text Placeholder 6">
            <a:extLst>
              <a:ext uri="{FF2B5EF4-FFF2-40B4-BE49-F238E27FC236}">
                <a16:creationId xmlns:a16="http://schemas.microsoft.com/office/drawing/2014/main" id="{AD0A1734-9E96-C076-6109-08BEAB597B6D}"/>
              </a:ext>
            </a:extLst>
          </p:cNvPr>
          <p:cNvSpPr>
            <a:spLocks noGrp="1"/>
          </p:cNvSpPr>
          <p:nvPr>
            <p:ph type="body" sz="quarter" idx="14"/>
          </p:nvPr>
        </p:nvSpPr>
        <p:spPr>
          <a:xfrm>
            <a:off x="6608233" y="577373"/>
            <a:ext cx="4360800" cy="387187"/>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841155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lumn(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25B17-B4A1-EB92-A298-388D035BB224}"/>
              </a:ext>
            </a:extLst>
          </p:cNvPr>
          <p:cNvSpPr>
            <a:spLocks noGrp="1"/>
          </p:cNvSpPr>
          <p:nvPr>
            <p:ph type="title"/>
          </p:nvPr>
        </p:nvSpPr>
        <p:spPr>
          <a:xfrm>
            <a:off x="4187687" y="574467"/>
            <a:ext cx="6780880" cy="1325563"/>
          </a:xfrm>
        </p:spPr>
        <p:txBody>
          <a:bodyPr anchor="b">
            <a:noAutofit/>
          </a:bodyPr>
          <a:lstStyle/>
          <a:p>
            <a:r>
              <a:rPr lang="en-US"/>
              <a:t>Click to edit Master title style</a:t>
            </a:r>
            <a:endParaRPr lang="en-ID"/>
          </a:p>
        </p:txBody>
      </p:sp>
      <p:sp>
        <p:nvSpPr>
          <p:cNvPr id="3" name="Footer Placeholder 2">
            <a:extLst>
              <a:ext uri="{FF2B5EF4-FFF2-40B4-BE49-F238E27FC236}">
                <a16:creationId xmlns:a16="http://schemas.microsoft.com/office/drawing/2014/main" id="{AC6CE9A8-062F-E52A-B822-F2C682A3C03D}"/>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7D6EDBD3-C06B-F685-6F3A-17047C93B3B5}"/>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1CDEB065-BE89-3D91-17A6-55B54A05854D}"/>
              </a:ext>
            </a:extLst>
          </p:cNvPr>
          <p:cNvSpPr>
            <a:spLocks noGrp="1"/>
          </p:cNvSpPr>
          <p:nvPr>
            <p:ph type="pic" sz="quarter" idx="12"/>
          </p:nvPr>
        </p:nvSpPr>
        <p:spPr>
          <a:xfrm>
            <a:off x="599017" y="563302"/>
            <a:ext cx="3160552" cy="5720232"/>
          </a:xfrm>
        </p:spPr>
        <p:txBody>
          <a:bodyPr/>
          <a:lstStyle/>
          <a:p>
            <a:endParaRPr lang="en-ID"/>
          </a:p>
        </p:txBody>
      </p:sp>
      <p:sp>
        <p:nvSpPr>
          <p:cNvPr id="8" name="Text Placeholder 7">
            <a:extLst>
              <a:ext uri="{FF2B5EF4-FFF2-40B4-BE49-F238E27FC236}">
                <a16:creationId xmlns:a16="http://schemas.microsoft.com/office/drawing/2014/main" id="{89DCE6C6-C40C-F791-B3FF-EEAA2288C092}"/>
              </a:ext>
            </a:extLst>
          </p:cNvPr>
          <p:cNvSpPr>
            <a:spLocks noGrp="1"/>
          </p:cNvSpPr>
          <p:nvPr>
            <p:ph type="body" sz="quarter" idx="13"/>
          </p:nvPr>
        </p:nvSpPr>
        <p:spPr>
          <a:xfrm>
            <a:off x="4187687" y="2625934"/>
            <a:ext cx="6780880" cy="3657600"/>
          </a:xfrm>
        </p:spPr>
        <p:txBody>
          <a:bodyPr>
            <a:noAutofit/>
          </a:bodyPr>
          <a:lstStyle/>
          <a:p>
            <a:pPr lvl="0"/>
            <a:r>
              <a:rPr lang="en-US" dirty="0"/>
              <a:t>Click to edit Master text styles</a:t>
            </a:r>
          </a:p>
        </p:txBody>
      </p:sp>
      <p:sp>
        <p:nvSpPr>
          <p:cNvPr id="7" name="Text Placeholder 6">
            <a:extLst>
              <a:ext uri="{FF2B5EF4-FFF2-40B4-BE49-F238E27FC236}">
                <a16:creationId xmlns:a16="http://schemas.microsoft.com/office/drawing/2014/main" id="{46D0ED4B-C12C-75E2-03E5-013A94AE89AF}"/>
              </a:ext>
            </a:extLst>
          </p:cNvPr>
          <p:cNvSpPr>
            <a:spLocks noGrp="1"/>
          </p:cNvSpPr>
          <p:nvPr>
            <p:ph type="body" sz="quarter" idx="14"/>
          </p:nvPr>
        </p:nvSpPr>
        <p:spPr>
          <a:xfrm>
            <a:off x="4187826" y="2281008"/>
            <a:ext cx="6780741" cy="314400"/>
          </a:xfrm>
        </p:spPr>
        <p:txBody>
          <a:bodyPr>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24775196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lumn(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007C1-A2D2-F1A6-D730-4F0C404CBFDC}"/>
              </a:ext>
            </a:extLst>
          </p:cNvPr>
          <p:cNvSpPr>
            <a:spLocks noGrp="1"/>
          </p:cNvSpPr>
          <p:nvPr>
            <p:ph type="title"/>
          </p:nvPr>
        </p:nvSpPr>
        <p:spPr>
          <a:xfrm>
            <a:off x="599018" y="4162370"/>
            <a:ext cx="4118757" cy="2278186"/>
          </a:xfrm>
        </p:spPr>
        <p:txBody>
          <a:bodyPr anchor="t">
            <a:noAutofit/>
          </a:body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26CDCB85-C1AE-389B-180B-F0755C7558F6}"/>
              </a:ext>
            </a:extLst>
          </p:cNvPr>
          <p:cNvSpPr>
            <a:spLocks noGrp="1"/>
          </p:cNvSpPr>
          <p:nvPr>
            <p:ph type="ftr" sz="quarter" idx="10"/>
          </p:nvPr>
        </p:nvSpPr>
        <p:spPr/>
        <p:txBody>
          <a:bodyPr/>
          <a:lstStyle>
            <a:lvl1pPr>
              <a:defRPr sz="1400"/>
            </a:lvl1pPr>
          </a:lstStyle>
          <a:p>
            <a:r>
              <a:rPr lang="en-ID" dirty="0"/>
              <a:t>PRESENTATION TITLE</a:t>
            </a:r>
          </a:p>
        </p:txBody>
      </p:sp>
      <p:sp>
        <p:nvSpPr>
          <p:cNvPr id="4" name="Slide Number Placeholder 3">
            <a:extLst>
              <a:ext uri="{FF2B5EF4-FFF2-40B4-BE49-F238E27FC236}">
                <a16:creationId xmlns:a16="http://schemas.microsoft.com/office/drawing/2014/main" id="{D5CB6781-E0BB-8244-2B18-81C5A89ABE5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313D6F03-414F-3442-0C5B-EC8851378160}"/>
              </a:ext>
            </a:extLst>
          </p:cNvPr>
          <p:cNvSpPr>
            <a:spLocks noGrp="1"/>
          </p:cNvSpPr>
          <p:nvPr>
            <p:ph type="pic" sz="quarter" idx="12"/>
          </p:nvPr>
        </p:nvSpPr>
        <p:spPr>
          <a:xfrm>
            <a:off x="599017" y="576078"/>
            <a:ext cx="3279453" cy="3279453"/>
          </a:xfrm>
        </p:spPr>
        <p:txBody>
          <a:bodyPr/>
          <a:lstStyle/>
          <a:p>
            <a:endParaRPr lang="en-ID"/>
          </a:p>
        </p:txBody>
      </p:sp>
      <p:sp>
        <p:nvSpPr>
          <p:cNvPr id="11" name="Picture Placeholder 5">
            <a:extLst>
              <a:ext uri="{FF2B5EF4-FFF2-40B4-BE49-F238E27FC236}">
                <a16:creationId xmlns:a16="http://schemas.microsoft.com/office/drawing/2014/main" id="{5E5AE0EA-E418-F652-0112-3BBECBF9F31B}"/>
              </a:ext>
            </a:extLst>
          </p:cNvPr>
          <p:cNvSpPr>
            <a:spLocks noGrp="1"/>
          </p:cNvSpPr>
          <p:nvPr>
            <p:ph type="pic" sz="quarter" idx="13"/>
          </p:nvPr>
        </p:nvSpPr>
        <p:spPr>
          <a:xfrm>
            <a:off x="4144065" y="576078"/>
            <a:ext cx="3279453" cy="3279453"/>
          </a:xfrm>
        </p:spPr>
        <p:txBody>
          <a:bodyPr/>
          <a:lstStyle/>
          <a:p>
            <a:endParaRPr lang="en-ID"/>
          </a:p>
        </p:txBody>
      </p:sp>
      <p:sp>
        <p:nvSpPr>
          <p:cNvPr id="12" name="Picture Placeholder 5">
            <a:extLst>
              <a:ext uri="{FF2B5EF4-FFF2-40B4-BE49-F238E27FC236}">
                <a16:creationId xmlns:a16="http://schemas.microsoft.com/office/drawing/2014/main" id="{AB61BF6E-948C-4AEB-61A4-244B2DE03589}"/>
              </a:ext>
            </a:extLst>
          </p:cNvPr>
          <p:cNvSpPr>
            <a:spLocks noGrp="1"/>
          </p:cNvSpPr>
          <p:nvPr>
            <p:ph type="pic" sz="quarter" idx="14"/>
          </p:nvPr>
        </p:nvSpPr>
        <p:spPr>
          <a:xfrm>
            <a:off x="7689114" y="576078"/>
            <a:ext cx="3279453" cy="3279453"/>
          </a:xfrm>
        </p:spPr>
        <p:txBody>
          <a:bodyPr/>
          <a:lstStyle/>
          <a:p>
            <a:endParaRPr lang="en-ID"/>
          </a:p>
        </p:txBody>
      </p:sp>
      <p:sp>
        <p:nvSpPr>
          <p:cNvPr id="14" name="Text Placeholder 13">
            <a:extLst>
              <a:ext uri="{FF2B5EF4-FFF2-40B4-BE49-F238E27FC236}">
                <a16:creationId xmlns:a16="http://schemas.microsoft.com/office/drawing/2014/main" id="{ADA50E1A-8491-728C-9FA7-3C2B65D8B098}"/>
              </a:ext>
            </a:extLst>
          </p:cNvPr>
          <p:cNvSpPr>
            <a:spLocks noGrp="1"/>
          </p:cNvSpPr>
          <p:nvPr>
            <p:ph type="body" sz="quarter" idx="15"/>
          </p:nvPr>
        </p:nvSpPr>
        <p:spPr>
          <a:xfrm>
            <a:off x="4982818" y="4496555"/>
            <a:ext cx="5985749" cy="1944000"/>
          </a:xfrm>
        </p:spPr>
        <p:txBody>
          <a:bodyPr anchor="t">
            <a:noAutofit/>
          </a:bodyPr>
          <a:lstStyle/>
          <a:p>
            <a:pPr lvl="0"/>
            <a:r>
              <a:rPr lang="en-US" dirty="0"/>
              <a:t>Click to edit Master text styles</a:t>
            </a:r>
          </a:p>
        </p:txBody>
      </p:sp>
      <p:sp>
        <p:nvSpPr>
          <p:cNvPr id="7" name="Text Placeholder 6">
            <a:extLst>
              <a:ext uri="{FF2B5EF4-FFF2-40B4-BE49-F238E27FC236}">
                <a16:creationId xmlns:a16="http://schemas.microsoft.com/office/drawing/2014/main" id="{7FC11A40-5DE3-08FC-B5EC-62212BF67E95}"/>
              </a:ext>
            </a:extLst>
          </p:cNvPr>
          <p:cNvSpPr>
            <a:spLocks noGrp="1"/>
          </p:cNvSpPr>
          <p:nvPr>
            <p:ph type="body" sz="quarter" idx="16"/>
          </p:nvPr>
        </p:nvSpPr>
        <p:spPr>
          <a:xfrm>
            <a:off x="4982818" y="4162369"/>
            <a:ext cx="5985933" cy="271200"/>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28258977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lumn(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07BE-2E01-93C2-881C-035E1AEEA139}"/>
              </a:ext>
            </a:extLst>
          </p:cNvPr>
          <p:cNvSpPr>
            <a:spLocks noGrp="1"/>
          </p:cNvSpPr>
          <p:nvPr>
            <p:ph type="title"/>
          </p:nvPr>
        </p:nvSpPr>
        <p:spPr>
          <a:xfrm>
            <a:off x="3859052" y="566058"/>
            <a:ext cx="1924741" cy="5704114"/>
          </a:xfrm>
        </p:spPr>
        <p:txBody>
          <a:bodyPr vert="vert270" anchor="ctr">
            <a:noAutofit/>
          </a:bodyPr>
          <a:lstStyle>
            <a:lvl1pPr algn="ctr">
              <a:defRPr/>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25844A2B-1547-1655-29B9-2804D5FE372A}"/>
              </a:ext>
            </a:extLst>
          </p:cNvPr>
          <p:cNvSpPr>
            <a:spLocks noGrp="1"/>
          </p:cNvSpPr>
          <p:nvPr>
            <p:ph type="ftr" sz="quarter" idx="10"/>
          </p:nvPr>
        </p:nvSpPr>
        <p:spPr/>
        <p:txBody>
          <a:bodyPr/>
          <a:lstStyle>
            <a:lvl1pPr>
              <a:defRPr sz="1400"/>
            </a:lvl1pPr>
          </a:lstStyle>
          <a:p>
            <a:r>
              <a:rPr lang="en-ID" dirty="0"/>
              <a:t>PRESENTATION TITLE</a:t>
            </a:r>
          </a:p>
        </p:txBody>
      </p:sp>
      <p:sp>
        <p:nvSpPr>
          <p:cNvPr id="4" name="Slide Number Placeholder 3">
            <a:extLst>
              <a:ext uri="{FF2B5EF4-FFF2-40B4-BE49-F238E27FC236}">
                <a16:creationId xmlns:a16="http://schemas.microsoft.com/office/drawing/2014/main" id="{C6814879-2CE9-2FEA-4087-F8FC1C8C0523}"/>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DEEB0609-9FA3-D912-5F69-9CD9658CA1C5}"/>
              </a:ext>
            </a:extLst>
          </p:cNvPr>
          <p:cNvSpPr>
            <a:spLocks noGrp="1"/>
          </p:cNvSpPr>
          <p:nvPr>
            <p:ph type="pic" sz="quarter" idx="12"/>
          </p:nvPr>
        </p:nvSpPr>
        <p:spPr>
          <a:xfrm>
            <a:off x="599017" y="1428516"/>
            <a:ext cx="3067418" cy="4000969"/>
          </a:xfrm>
        </p:spPr>
        <p:txBody>
          <a:bodyPr/>
          <a:lstStyle/>
          <a:p>
            <a:endParaRPr lang="en-ID"/>
          </a:p>
        </p:txBody>
      </p:sp>
      <p:sp>
        <p:nvSpPr>
          <p:cNvPr id="8" name="Text Placeholder 7">
            <a:extLst>
              <a:ext uri="{FF2B5EF4-FFF2-40B4-BE49-F238E27FC236}">
                <a16:creationId xmlns:a16="http://schemas.microsoft.com/office/drawing/2014/main" id="{21A2439D-33F0-4626-5731-8FB5D5295A2D}"/>
              </a:ext>
            </a:extLst>
          </p:cNvPr>
          <p:cNvSpPr>
            <a:spLocks noGrp="1"/>
          </p:cNvSpPr>
          <p:nvPr>
            <p:ph type="body" sz="quarter" idx="13"/>
          </p:nvPr>
        </p:nvSpPr>
        <p:spPr>
          <a:xfrm>
            <a:off x="5976409" y="1597361"/>
            <a:ext cx="4992158" cy="4207567"/>
          </a:xfrm>
        </p:spPr>
        <p:txBody>
          <a:bodyPr anchor="t">
            <a:noAutofit/>
          </a:bodyPr>
          <a:lstStyle>
            <a:lvl1pPr>
              <a:spcBef>
                <a:spcPts val="400"/>
              </a:spcBef>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A81CC2E2-7A85-770A-CED5-0E6F307BA986}"/>
              </a:ext>
            </a:extLst>
          </p:cNvPr>
          <p:cNvSpPr>
            <a:spLocks noGrp="1"/>
          </p:cNvSpPr>
          <p:nvPr>
            <p:ph type="body" sz="quarter" idx="14"/>
          </p:nvPr>
        </p:nvSpPr>
        <p:spPr>
          <a:xfrm>
            <a:off x="5976409" y="1248046"/>
            <a:ext cx="4992158" cy="304800"/>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30507863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lumn(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07BE-2E01-93C2-881C-035E1AEEA139}"/>
              </a:ext>
            </a:extLst>
          </p:cNvPr>
          <p:cNvSpPr>
            <a:spLocks noGrp="1"/>
          </p:cNvSpPr>
          <p:nvPr>
            <p:ph type="title"/>
          </p:nvPr>
        </p:nvSpPr>
        <p:spPr>
          <a:xfrm>
            <a:off x="6661426" y="573517"/>
            <a:ext cx="4307141" cy="1454400"/>
          </a:xfrm>
        </p:spPr>
        <p:txBody>
          <a:bodyPr anchor="t">
            <a:noAutofit/>
          </a:bodyPr>
          <a:lstStyle>
            <a:lvl1pPr algn="l">
              <a:defRPr/>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25844A2B-1547-1655-29B9-2804D5FE372A}"/>
              </a:ext>
            </a:extLst>
          </p:cNvPr>
          <p:cNvSpPr>
            <a:spLocks noGrp="1"/>
          </p:cNvSpPr>
          <p:nvPr>
            <p:ph type="ftr" sz="quarter" idx="10"/>
          </p:nvPr>
        </p:nvSpPr>
        <p:spPr/>
        <p:txBody>
          <a:bodyPr/>
          <a:lstStyle>
            <a:lvl1pPr>
              <a:defRPr sz="1400"/>
            </a:lvl1pPr>
          </a:lstStyle>
          <a:p>
            <a:r>
              <a:rPr lang="en-ID" dirty="0"/>
              <a:t>PRESENTATION TITLE</a:t>
            </a:r>
          </a:p>
        </p:txBody>
      </p:sp>
      <p:sp>
        <p:nvSpPr>
          <p:cNvPr id="4" name="Slide Number Placeholder 3">
            <a:extLst>
              <a:ext uri="{FF2B5EF4-FFF2-40B4-BE49-F238E27FC236}">
                <a16:creationId xmlns:a16="http://schemas.microsoft.com/office/drawing/2014/main" id="{C6814879-2CE9-2FEA-4087-F8FC1C8C0523}"/>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DEEB0609-9FA3-D912-5F69-9CD9658CA1C5}"/>
              </a:ext>
            </a:extLst>
          </p:cNvPr>
          <p:cNvSpPr>
            <a:spLocks noGrp="1"/>
          </p:cNvSpPr>
          <p:nvPr>
            <p:ph type="pic" sz="quarter" idx="12"/>
          </p:nvPr>
        </p:nvSpPr>
        <p:spPr>
          <a:xfrm>
            <a:off x="599017" y="619622"/>
            <a:ext cx="5618760" cy="5618400"/>
          </a:xfrm>
        </p:spPr>
        <p:txBody>
          <a:bodyPr/>
          <a:lstStyle/>
          <a:p>
            <a:endParaRPr lang="en-ID" dirty="0"/>
          </a:p>
        </p:txBody>
      </p:sp>
      <p:sp>
        <p:nvSpPr>
          <p:cNvPr id="8" name="Text Placeholder 7">
            <a:extLst>
              <a:ext uri="{FF2B5EF4-FFF2-40B4-BE49-F238E27FC236}">
                <a16:creationId xmlns:a16="http://schemas.microsoft.com/office/drawing/2014/main" id="{21A2439D-33F0-4626-5731-8FB5D5295A2D}"/>
              </a:ext>
            </a:extLst>
          </p:cNvPr>
          <p:cNvSpPr>
            <a:spLocks noGrp="1"/>
          </p:cNvSpPr>
          <p:nvPr>
            <p:ph type="body" sz="quarter" idx="13"/>
          </p:nvPr>
        </p:nvSpPr>
        <p:spPr>
          <a:xfrm>
            <a:off x="6661426" y="2841588"/>
            <a:ext cx="4307141" cy="3614400"/>
          </a:xfrm>
        </p:spPr>
        <p:txBody>
          <a:bodyPr>
            <a:noAutofit/>
          </a:bodyPr>
          <a:lstStyle/>
          <a:p>
            <a:pPr lvl="0"/>
            <a:r>
              <a:rPr lang="en-US" dirty="0"/>
              <a:t>Click to edit Master text styles</a:t>
            </a:r>
          </a:p>
        </p:txBody>
      </p:sp>
      <p:sp>
        <p:nvSpPr>
          <p:cNvPr id="7" name="Text Placeholder 6">
            <a:extLst>
              <a:ext uri="{FF2B5EF4-FFF2-40B4-BE49-F238E27FC236}">
                <a16:creationId xmlns:a16="http://schemas.microsoft.com/office/drawing/2014/main" id="{089F0EDF-ED0D-7DF6-3D16-36E44C839E58}"/>
              </a:ext>
            </a:extLst>
          </p:cNvPr>
          <p:cNvSpPr>
            <a:spLocks noGrp="1"/>
          </p:cNvSpPr>
          <p:nvPr>
            <p:ph type="body" sz="quarter" idx="14"/>
          </p:nvPr>
        </p:nvSpPr>
        <p:spPr>
          <a:xfrm>
            <a:off x="6661150" y="2474023"/>
            <a:ext cx="4307417" cy="333600"/>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32065226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lumn(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D8E67-9FD7-A8F8-75F6-2FF3CD0DE168}"/>
              </a:ext>
            </a:extLst>
          </p:cNvPr>
          <p:cNvSpPr>
            <a:spLocks noGrp="1"/>
          </p:cNvSpPr>
          <p:nvPr>
            <p:ph type="title"/>
          </p:nvPr>
        </p:nvSpPr>
        <p:spPr>
          <a:xfrm>
            <a:off x="599017" y="501649"/>
            <a:ext cx="10369550" cy="758604"/>
          </a:xfrm>
        </p:spPr>
        <p:txBody>
          <a:bodyPr anchor="t">
            <a:noAutofit/>
          </a:bodyPr>
          <a:lstStyle>
            <a:lvl1pPr algn="l">
              <a:defRPr/>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E2EFFE8E-6F6C-1E23-79C9-808201616E4C}"/>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E4C39AAF-82A4-7672-8873-E691CE5C39F6}"/>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Picture Placeholder 5">
            <a:extLst>
              <a:ext uri="{FF2B5EF4-FFF2-40B4-BE49-F238E27FC236}">
                <a16:creationId xmlns:a16="http://schemas.microsoft.com/office/drawing/2014/main" id="{2550198D-18A3-B15D-CC93-17763FFE6A9B}"/>
              </a:ext>
            </a:extLst>
          </p:cNvPr>
          <p:cNvSpPr>
            <a:spLocks noGrp="1"/>
          </p:cNvSpPr>
          <p:nvPr>
            <p:ph type="pic" sz="quarter" idx="14"/>
          </p:nvPr>
        </p:nvSpPr>
        <p:spPr>
          <a:xfrm>
            <a:off x="599017" y="3233531"/>
            <a:ext cx="3122820" cy="3122820"/>
          </a:xfrm>
        </p:spPr>
        <p:txBody>
          <a:bodyPr/>
          <a:lstStyle/>
          <a:p>
            <a:endParaRPr lang="en-ID"/>
          </a:p>
        </p:txBody>
      </p:sp>
      <p:sp>
        <p:nvSpPr>
          <p:cNvPr id="6" name="Picture Placeholder 5">
            <a:extLst>
              <a:ext uri="{FF2B5EF4-FFF2-40B4-BE49-F238E27FC236}">
                <a16:creationId xmlns:a16="http://schemas.microsoft.com/office/drawing/2014/main" id="{1CE06D47-5795-E8A4-6688-63C0FCAB2B92}"/>
              </a:ext>
            </a:extLst>
          </p:cNvPr>
          <p:cNvSpPr>
            <a:spLocks noGrp="1"/>
          </p:cNvSpPr>
          <p:nvPr>
            <p:ph type="pic" sz="quarter" idx="15"/>
          </p:nvPr>
        </p:nvSpPr>
        <p:spPr>
          <a:xfrm>
            <a:off x="7845747" y="3233531"/>
            <a:ext cx="3122820" cy="3122820"/>
          </a:xfrm>
        </p:spPr>
        <p:txBody>
          <a:bodyPr/>
          <a:lstStyle/>
          <a:p>
            <a:endParaRPr lang="en-ID"/>
          </a:p>
        </p:txBody>
      </p:sp>
      <p:sp>
        <p:nvSpPr>
          <p:cNvPr id="7" name="Picture Placeholder 5">
            <a:extLst>
              <a:ext uri="{FF2B5EF4-FFF2-40B4-BE49-F238E27FC236}">
                <a16:creationId xmlns:a16="http://schemas.microsoft.com/office/drawing/2014/main" id="{BFB99BAA-F395-0232-ED1F-8AC6BA5C78B2}"/>
              </a:ext>
            </a:extLst>
          </p:cNvPr>
          <p:cNvSpPr>
            <a:spLocks noGrp="1"/>
          </p:cNvSpPr>
          <p:nvPr>
            <p:ph type="pic" sz="quarter" idx="16"/>
          </p:nvPr>
        </p:nvSpPr>
        <p:spPr>
          <a:xfrm>
            <a:off x="4222381" y="3233531"/>
            <a:ext cx="3122820" cy="3122820"/>
          </a:xfrm>
        </p:spPr>
        <p:txBody>
          <a:bodyPr/>
          <a:lstStyle/>
          <a:p>
            <a:endParaRPr lang="en-ID"/>
          </a:p>
        </p:txBody>
      </p:sp>
      <p:sp>
        <p:nvSpPr>
          <p:cNvPr id="9" name="Text Placeholder 7">
            <a:extLst>
              <a:ext uri="{FF2B5EF4-FFF2-40B4-BE49-F238E27FC236}">
                <a16:creationId xmlns:a16="http://schemas.microsoft.com/office/drawing/2014/main" id="{7F44B7A2-957C-93E8-8209-7EE97327682B}"/>
              </a:ext>
            </a:extLst>
          </p:cNvPr>
          <p:cNvSpPr>
            <a:spLocks noGrp="1"/>
          </p:cNvSpPr>
          <p:nvPr>
            <p:ph type="body" sz="quarter" idx="24"/>
          </p:nvPr>
        </p:nvSpPr>
        <p:spPr>
          <a:xfrm>
            <a:off x="575734" y="1702061"/>
            <a:ext cx="10392833" cy="1437600"/>
          </a:xfrm>
        </p:spPr>
        <p:txBody>
          <a:bodyPr>
            <a:noAutofit/>
          </a:bodyPr>
          <a:lstStyle/>
          <a:p>
            <a:pPr lvl="0"/>
            <a:r>
              <a:rPr lang="en-US" dirty="0"/>
              <a:t>Click to edit Master text styles</a:t>
            </a:r>
          </a:p>
        </p:txBody>
      </p:sp>
      <p:sp>
        <p:nvSpPr>
          <p:cNvPr id="10" name="Text Placeholder 9">
            <a:extLst>
              <a:ext uri="{FF2B5EF4-FFF2-40B4-BE49-F238E27FC236}">
                <a16:creationId xmlns:a16="http://schemas.microsoft.com/office/drawing/2014/main" id="{A7F51D89-C7C9-35E8-B687-68AAC511FEDB}"/>
              </a:ext>
            </a:extLst>
          </p:cNvPr>
          <p:cNvSpPr>
            <a:spLocks noGrp="1"/>
          </p:cNvSpPr>
          <p:nvPr>
            <p:ph type="body" sz="quarter" idx="25"/>
          </p:nvPr>
        </p:nvSpPr>
        <p:spPr>
          <a:xfrm>
            <a:off x="575734" y="1340909"/>
            <a:ext cx="10392833" cy="336000"/>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4148175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lumn(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B309-9F80-5BE3-F82C-91733414C47B}"/>
              </a:ext>
            </a:extLst>
          </p:cNvPr>
          <p:cNvSpPr>
            <a:spLocks noGrp="1"/>
          </p:cNvSpPr>
          <p:nvPr>
            <p:ph type="title"/>
          </p:nvPr>
        </p:nvSpPr>
        <p:spPr>
          <a:xfrm>
            <a:off x="599017" y="3640482"/>
            <a:ext cx="3478419" cy="2809378"/>
          </a:xfrm>
        </p:spPr>
        <p:txBody>
          <a:bodyPr anchor="t">
            <a:noAutofit/>
          </a:body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21A27C05-E3B0-EFC4-2286-5860D4A1ACF4}"/>
              </a:ext>
            </a:extLst>
          </p:cNvPr>
          <p:cNvSpPr>
            <a:spLocks noGrp="1"/>
          </p:cNvSpPr>
          <p:nvPr>
            <p:ph type="ftr" sz="quarter" idx="10"/>
          </p:nvPr>
        </p:nvSpPr>
        <p:spPr/>
        <p:txBody>
          <a:bodyPr/>
          <a:lstStyle>
            <a:lvl1pPr>
              <a:defRPr sz="1400"/>
            </a:lvl1pPr>
          </a:lstStyle>
          <a:p>
            <a:r>
              <a:rPr lang="en-ID" dirty="0"/>
              <a:t>PRESENTATION TITLE</a:t>
            </a:r>
          </a:p>
        </p:txBody>
      </p:sp>
      <p:sp>
        <p:nvSpPr>
          <p:cNvPr id="4" name="Slide Number Placeholder 3">
            <a:extLst>
              <a:ext uri="{FF2B5EF4-FFF2-40B4-BE49-F238E27FC236}">
                <a16:creationId xmlns:a16="http://schemas.microsoft.com/office/drawing/2014/main" id="{0A33CF6B-04E5-9AB9-2466-0284576F0345}"/>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054F23F8-6331-43CC-E76A-052E46B77548}"/>
              </a:ext>
            </a:extLst>
          </p:cNvPr>
          <p:cNvSpPr>
            <a:spLocks noGrp="1"/>
          </p:cNvSpPr>
          <p:nvPr>
            <p:ph type="pic" sz="quarter" idx="12"/>
          </p:nvPr>
        </p:nvSpPr>
        <p:spPr>
          <a:xfrm>
            <a:off x="599016" y="562709"/>
            <a:ext cx="4994450" cy="2866292"/>
          </a:xfrm>
        </p:spPr>
        <p:txBody>
          <a:bodyPr/>
          <a:lstStyle/>
          <a:p>
            <a:endParaRPr lang="en-ID" dirty="0"/>
          </a:p>
        </p:txBody>
      </p:sp>
      <p:sp>
        <p:nvSpPr>
          <p:cNvPr id="10" name="Text Placeholder 9">
            <a:extLst>
              <a:ext uri="{FF2B5EF4-FFF2-40B4-BE49-F238E27FC236}">
                <a16:creationId xmlns:a16="http://schemas.microsoft.com/office/drawing/2014/main" id="{6411F901-3943-1C25-A696-666A0EBDBCB3}"/>
              </a:ext>
            </a:extLst>
          </p:cNvPr>
          <p:cNvSpPr>
            <a:spLocks noGrp="1"/>
          </p:cNvSpPr>
          <p:nvPr>
            <p:ph type="body" sz="quarter" idx="15"/>
          </p:nvPr>
        </p:nvSpPr>
        <p:spPr>
          <a:xfrm>
            <a:off x="4290380" y="4054660"/>
            <a:ext cx="6678187" cy="2395200"/>
          </a:xfrm>
        </p:spPr>
        <p:txBody>
          <a:bodyPr anchor="t" anchorCtr="0">
            <a:noAutofit/>
          </a:bodyPr>
          <a:lstStyle/>
          <a:p>
            <a:pPr lvl="0"/>
            <a:r>
              <a:rPr lang="en-US" dirty="0"/>
              <a:t>Click to edit Master text styles</a:t>
            </a:r>
          </a:p>
        </p:txBody>
      </p:sp>
      <p:sp>
        <p:nvSpPr>
          <p:cNvPr id="5" name="Picture Placeholder 5">
            <a:extLst>
              <a:ext uri="{FF2B5EF4-FFF2-40B4-BE49-F238E27FC236}">
                <a16:creationId xmlns:a16="http://schemas.microsoft.com/office/drawing/2014/main" id="{79263BE0-4D84-7BD4-D81B-B266C5C1C47B}"/>
              </a:ext>
            </a:extLst>
          </p:cNvPr>
          <p:cNvSpPr>
            <a:spLocks noGrp="1"/>
          </p:cNvSpPr>
          <p:nvPr>
            <p:ph type="pic" sz="quarter" idx="16"/>
          </p:nvPr>
        </p:nvSpPr>
        <p:spPr>
          <a:xfrm>
            <a:off x="5974117" y="562709"/>
            <a:ext cx="4994450" cy="2866292"/>
          </a:xfrm>
        </p:spPr>
        <p:txBody>
          <a:bodyPr/>
          <a:lstStyle/>
          <a:p>
            <a:endParaRPr lang="en-ID"/>
          </a:p>
        </p:txBody>
      </p:sp>
      <p:sp>
        <p:nvSpPr>
          <p:cNvPr id="8" name="Text Placeholder 7">
            <a:extLst>
              <a:ext uri="{FF2B5EF4-FFF2-40B4-BE49-F238E27FC236}">
                <a16:creationId xmlns:a16="http://schemas.microsoft.com/office/drawing/2014/main" id="{93F9E850-0A01-918A-C1F1-461E6D7C1A18}"/>
              </a:ext>
            </a:extLst>
          </p:cNvPr>
          <p:cNvSpPr>
            <a:spLocks noGrp="1"/>
          </p:cNvSpPr>
          <p:nvPr>
            <p:ph type="body" sz="quarter" idx="17"/>
          </p:nvPr>
        </p:nvSpPr>
        <p:spPr>
          <a:xfrm>
            <a:off x="4290380" y="3640666"/>
            <a:ext cx="6678187" cy="343200"/>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36176593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08D4B-9946-0E0A-8BEE-BB1C6BFDBDE6}"/>
              </a:ext>
            </a:extLst>
          </p:cNvPr>
          <p:cNvSpPr/>
          <p:nvPr userDrawn="1"/>
        </p:nvSpPr>
        <p:spPr>
          <a:xfrm>
            <a:off x="4275667" y="2355849"/>
            <a:ext cx="6692532" cy="16425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ID" sz="1200"/>
          </a:p>
        </p:txBody>
      </p:sp>
      <p:sp>
        <p:nvSpPr>
          <p:cNvPr id="2" name="Title 1">
            <a:extLst>
              <a:ext uri="{FF2B5EF4-FFF2-40B4-BE49-F238E27FC236}">
                <a16:creationId xmlns:a16="http://schemas.microsoft.com/office/drawing/2014/main" id="{CC5007C1-A2D2-F1A6-D730-4F0C404CBFDC}"/>
              </a:ext>
            </a:extLst>
          </p:cNvPr>
          <p:cNvSpPr>
            <a:spLocks noGrp="1"/>
          </p:cNvSpPr>
          <p:nvPr>
            <p:ph type="title"/>
          </p:nvPr>
        </p:nvSpPr>
        <p:spPr>
          <a:xfrm>
            <a:off x="4276035" y="619623"/>
            <a:ext cx="6692532" cy="1633247"/>
          </a:xfrm>
        </p:spPr>
        <p:txBody>
          <a:bodyPr anchor="t">
            <a:noAutofit/>
          </a:bodyPr>
          <a:lstStyle>
            <a:lvl1pPr algn="r">
              <a:defRPr/>
            </a:lvl1p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26CDCB85-C1AE-389B-180B-F0755C7558F6}"/>
              </a:ext>
            </a:extLst>
          </p:cNvPr>
          <p:cNvSpPr>
            <a:spLocks noGrp="1"/>
          </p:cNvSpPr>
          <p:nvPr>
            <p:ph type="ftr" sz="quarter" idx="10"/>
          </p:nvPr>
        </p:nvSpPr>
        <p:spPr/>
        <p:txBody>
          <a:bodyPr/>
          <a:lstStyle>
            <a:lvl1pPr>
              <a:defRPr sz="1400"/>
            </a:lvl1pPr>
          </a:lstStyle>
          <a:p>
            <a:r>
              <a:rPr lang="en-ID" dirty="0"/>
              <a:t>PRESENTATION TITLE</a:t>
            </a:r>
          </a:p>
        </p:txBody>
      </p:sp>
      <p:sp>
        <p:nvSpPr>
          <p:cNvPr id="4" name="Slide Number Placeholder 3">
            <a:extLst>
              <a:ext uri="{FF2B5EF4-FFF2-40B4-BE49-F238E27FC236}">
                <a16:creationId xmlns:a16="http://schemas.microsoft.com/office/drawing/2014/main" id="{D5CB6781-E0BB-8244-2B18-81C5A89ABE5A}"/>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Picture Placeholder 5">
            <a:extLst>
              <a:ext uri="{FF2B5EF4-FFF2-40B4-BE49-F238E27FC236}">
                <a16:creationId xmlns:a16="http://schemas.microsoft.com/office/drawing/2014/main" id="{313D6F03-414F-3442-0C5B-EC8851378160}"/>
              </a:ext>
            </a:extLst>
          </p:cNvPr>
          <p:cNvSpPr>
            <a:spLocks noGrp="1"/>
          </p:cNvSpPr>
          <p:nvPr>
            <p:ph type="pic" sz="quarter" idx="12"/>
          </p:nvPr>
        </p:nvSpPr>
        <p:spPr>
          <a:xfrm>
            <a:off x="599017" y="619622"/>
            <a:ext cx="3279453" cy="3279453"/>
          </a:xfrm>
        </p:spPr>
        <p:txBody>
          <a:bodyPr/>
          <a:lstStyle/>
          <a:p>
            <a:endParaRPr lang="en-ID"/>
          </a:p>
        </p:txBody>
      </p:sp>
      <p:sp>
        <p:nvSpPr>
          <p:cNvPr id="12" name="Picture Placeholder 5">
            <a:extLst>
              <a:ext uri="{FF2B5EF4-FFF2-40B4-BE49-F238E27FC236}">
                <a16:creationId xmlns:a16="http://schemas.microsoft.com/office/drawing/2014/main" id="{AB61BF6E-948C-4AEB-61A4-244B2DE03589}"/>
              </a:ext>
            </a:extLst>
          </p:cNvPr>
          <p:cNvSpPr>
            <a:spLocks noGrp="1"/>
          </p:cNvSpPr>
          <p:nvPr>
            <p:ph type="pic" sz="quarter" idx="14"/>
          </p:nvPr>
        </p:nvSpPr>
        <p:spPr>
          <a:xfrm>
            <a:off x="8690380" y="4162370"/>
            <a:ext cx="2278187" cy="2278187"/>
          </a:xfrm>
        </p:spPr>
        <p:txBody>
          <a:bodyPr/>
          <a:lstStyle/>
          <a:p>
            <a:endParaRPr lang="en-ID"/>
          </a:p>
        </p:txBody>
      </p:sp>
      <p:sp>
        <p:nvSpPr>
          <p:cNvPr id="14" name="Text Placeholder 13">
            <a:extLst>
              <a:ext uri="{FF2B5EF4-FFF2-40B4-BE49-F238E27FC236}">
                <a16:creationId xmlns:a16="http://schemas.microsoft.com/office/drawing/2014/main" id="{ADA50E1A-8491-728C-9FA7-3C2B65D8B098}"/>
              </a:ext>
            </a:extLst>
          </p:cNvPr>
          <p:cNvSpPr>
            <a:spLocks noGrp="1"/>
          </p:cNvSpPr>
          <p:nvPr>
            <p:ph type="body" sz="quarter" idx="15"/>
          </p:nvPr>
        </p:nvSpPr>
        <p:spPr>
          <a:xfrm>
            <a:off x="599017" y="4385089"/>
            <a:ext cx="7732183" cy="2054400"/>
          </a:xfrm>
        </p:spPr>
        <p:txBody>
          <a:bodyPr anchor="t" anchorCtr="0">
            <a:noAutofit/>
          </a:bodyPr>
          <a:lstStyle/>
          <a:p>
            <a:pPr lvl="0"/>
            <a:r>
              <a:rPr lang="en-US" dirty="0"/>
              <a:t>Click to edit Master text styles</a:t>
            </a:r>
          </a:p>
        </p:txBody>
      </p:sp>
      <p:sp>
        <p:nvSpPr>
          <p:cNvPr id="5" name="Text Placeholder 13">
            <a:extLst>
              <a:ext uri="{FF2B5EF4-FFF2-40B4-BE49-F238E27FC236}">
                <a16:creationId xmlns:a16="http://schemas.microsoft.com/office/drawing/2014/main" id="{AD539BA3-D11E-897F-CE18-588B0DC93D9C}"/>
              </a:ext>
            </a:extLst>
          </p:cNvPr>
          <p:cNvSpPr>
            <a:spLocks noGrp="1"/>
          </p:cNvSpPr>
          <p:nvPr>
            <p:ph type="body" sz="quarter" idx="16"/>
          </p:nvPr>
        </p:nvSpPr>
        <p:spPr>
          <a:xfrm>
            <a:off x="4276035" y="2607013"/>
            <a:ext cx="6692532" cy="1382400"/>
          </a:xfrm>
          <a:noFill/>
        </p:spPr>
        <p:txBody>
          <a:bodyPr lIns="90000" tIns="46800" rIns="90000" bIns="46800" anchor="t" anchorCtr="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0" name="Text Placeholder 9">
            <a:extLst>
              <a:ext uri="{FF2B5EF4-FFF2-40B4-BE49-F238E27FC236}">
                <a16:creationId xmlns:a16="http://schemas.microsoft.com/office/drawing/2014/main" id="{7F910887-9DF9-8E41-CBB1-3C2A4179ACDF}"/>
              </a:ext>
            </a:extLst>
          </p:cNvPr>
          <p:cNvSpPr>
            <a:spLocks noGrp="1"/>
          </p:cNvSpPr>
          <p:nvPr>
            <p:ph type="body" sz="quarter" idx="17"/>
          </p:nvPr>
        </p:nvSpPr>
        <p:spPr>
          <a:xfrm>
            <a:off x="599017" y="4126524"/>
            <a:ext cx="7732183" cy="249600"/>
          </a:xfrm>
        </p:spPr>
        <p:txBody>
          <a:bodyPr anchor="b">
            <a:noAutofit/>
          </a:bodyPr>
          <a:lstStyle>
            <a:lvl1pPr>
              <a:defRPr sz="1250" b="1"/>
            </a:lvl1pPr>
          </a:lstStyle>
          <a:p>
            <a:pPr lvl="0"/>
            <a:r>
              <a:rPr lang="en-US" dirty="0"/>
              <a:t>Click to edit Master text styles</a:t>
            </a:r>
          </a:p>
        </p:txBody>
      </p:sp>
      <p:sp>
        <p:nvSpPr>
          <p:cNvPr id="13" name="Text Placeholder 12">
            <a:extLst>
              <a:ext uri="{FF2B5EF4-FFF2-40B4-BE49-F238E27FC236}">
                <a16:creationId xmlns:a16="http://schemas.microsoft.com/office/drawing/2014/main" id="{08F6B920-074C-FD0C-40EB-802122795E14}"/>
              </a:ext>
            </a:extLst>
          </p:cNvPr>
          <p:cNvSpPr>
            <a:spLocks noGrp="1"/>
          </p:cNvSpPr>
          <p:nvPr>
            <p:ph type="body" sz="quarter" idx="18"/>
          </p:nvPr>
        </p:nvSpPr>
        <p:spPr>
          <a:xfrm>
            <a:off x="4275667" y="2355849"/>
            <a:ext cx="6692900" cy="249599"/>
          </a:xfrm>
          <a:noFill/>
        </p:spPr>
        <p:txBody>
          <a:bodyPr anchor="ctr" anchorCtr="0">
            <a:noAutofit/>
          </a:bodyPr>
          <a:lstStyle>
            <a:lvl1pPr>
              <a:defRPr sz="1250" b="1">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42410533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Columns(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4419B-0A7A-D6A9-278B-3CB3F6B13C8C}"/>
              </a:ext>
            </a:extLst>
          </p:cNvPr>
          <p:cNvSpPr>
            <a:spLocks noGrp="1"/>
          </p:cNvSpPr>
          <p:nvPr>
            <p:ph type="title"/>
          </p:nvPr>
        </p:nvSpPr>
        <p:spPr>
          <a:xfrm>
            <a:off x="6519860" y="619622"/>
            <a:ext cx="4448707" cy="1968969"/>
          </a:xfrm>
        </p:spPr>
        <p:txBody>
          <a:bodyPr anchor="t">
            <a:noAutofit/>
          </a:body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F2475DCC-A5DC-45EE-5280-E6AF55C5FBDB}"/>
              </a:ext>
            </a:extLst>
          </p:cNvPr>
          <p:cNvSpPr>
            <a:spLocks noGrp="1"/>
          </p:cNvSpPr>
          <p:nvPr>
            <p:ph type="ftr" sz="quarter" idx="10"/>
          </p:nvPr>
        </p:nvSpPr>
        <p:spPr/>
        <p:txBody>
          <a:bodyPr/>
          <a:lstStyle>
            <a:lvl1pPr>
              <a:defRPr sz="1400"/>
            </a:lvl1pPr>
          </a:lstStyle>
          <a:p>
            <a:r>
              <a:rPr lang="en-ID" dirty="0"/>
              <a:t>PRESENTATION TITLE</a:t>
            </a:r>
          </a:p>
        </p:txBody>
      </p:sp>
      <p:sp>
        <p:nvSpPr>
          <p:cNvPr id="4" name="Slide Number Placeholder 3">
            <a:extLst>
              <a:ext uri="{FF2B5EF4-FFF2-40B4-BE49-F238E27FC236}">
                <a16:creationId xmlns:a16="http://schemas.microsoft.com/office/drawing/2014/main" id="{24554E76-F34B-95F8-FD2E-0312C265AECF}"/>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Picture Placeholder 6">
            <a:extLst>
              <a:ext uri="{FF2B5EF4-FFF2-40B4-BE49-F238E27FC236}">
                <a16:creationId xmlns:a16="http://schemas.microsoft.com/office/drawing/2014/main" id="{FD592EB7-0888-4601-189D-47D758F2EA24}"/>
              </a:ext>
            </a:extLst>
          </p:cNvPr>
          <p:cNvSpPr>
            <a:spLocks noGrp="1"/>
          </p:cNvSpPr>
          <p:nvPr>
            <p:ph type="pic" sz="quarter" idx="12"/>
          </p:nvPr>
        </p:nvSpPr>
        <p:spPr>
          <a:xfrm>
            <a:off x="0" y="0"/>
            <a:ext cx="5783792" cy="3855843"/>
          </a:xfrm>
        </p:spPr>
      </p:sp>
      <p:sp>
        <p:nvSpPr>
          <p:cNvPr id="7" name="Text Placeholder 7">
            <a:extLst>
              <a:ext uri="{FF2B5EF4-FFF2-40B4-BE49-F238E27FC236}">
                <a16:creationId xmlns:a16="http://schemas.microsoft.com/office/drawing/2014/main" id="{D5089FCE-DB18-D776-A8F9-8E69AD01AAD4}"/>
              </a:ext>
            </a:extLst>
          </p:cNvPr>
          <p:cNvSpPr>
            <a:spLocks noGrp="1"/>
          </p:cNvSpPr>
          <p:nvPr>
            <p:ph type="body" sz="quarter" idx="23"/>
          </p:nvPr>
        </p:nvSpPr>
        <p:spPr>
          <a:xfrm>
            <a:off x="575734" y="4512078"/>
            <a:ext cx="5208058" cy="1987053"/>
          </a:xfrm>
        </p:spPr>
        <p:txBody>
          <a:bodyPr>
            <a:noAutofit/>
          </a:bodyPr>
          <a:lstStyle>
            <a:lvl1pPr>
              <a:defRPr>
                <a:latin typeface="+mn-lt"/>
                <a:ea typeface="Cascadia Mono SemiBold" panose="020B0609020000020004" pitchFamily="49" charset="0"/>
                <a:cs typeface="Cascadia Mono SemiBold" panose="020B0609020000020004" pitchFamily="49" charset="0"/>
              </a:defRPr>
            </a:lvl1pPr>
            <a:lvl2pPr>
              <a:defRPr>
                <a:latin typeface="Cascadia Mono SemiBold" panose="020B0609020000020004" pitchFamily="49" charset="0"/>
                <a:ea typeface="Cascadia Mono SemiBold" panose="020B0609020000020004" pitchFamily="49" charset="0"/>
                <a:cs typeface="Cascadia Mono SemiBold" panose="020B0609020000020004" pitchFamily="49" charset="0"/>
              </a:defRPr>
            </a:lvl2pPr>
            <a:lvl3pPr>
              <a:defRPr>
                <a:latin typeface="Cascadia Mono SemiBold" panose="020B0609020000020004" pitchFamily="49" charset="0"/>
                <a:ea typeface="Cascadia Mono SemiBold" panose="020B0609020000020004" pitchFamily="49" charset="0"/>
                <a:cs typeface="Cascadia Mono SemiBold" panose="020B0609020000020004" pitchFamily="49" charset="0"/>
              </a:defRPr>
            </a:lvl3pPr>
            <a:lvl4pPr>
              <a:defRPr>
                <a:latin typeface="Cascadia Mono SemiBold" panose="020B0609020000020004" pitchFamily="49" charset="0"/>
                <a:ea typeface="Cascadia Mono SemiBold" panose="020B0609020000020004" pitchFamily="49" charset="0"/>
                <a:cs typeface="Cascadia Mono SemiBold" panose="020B0609020000020004" pitchFamily="49" charset="0"/>
              </a:defRPr>
            </a:lvl4pPr>
            <a:lvl5pPr>
              <a:defRPr>
                <a:latin typeface="Cascadia Mono SemiBold" panose="020B0609020000020004" pitchFamily="49" charset="0"/>
                <a:ea typeface="Cascadia Mono SemiBold" panose="020B0609020000020004" pitchFamily="49" charset="0"/>
                <a:cs typeface="Cascadia Mono SemiBold" panose="020B0609020000020004" pitchFamily="49" charset="0"/>
              </a:defRPr>
            </a:lvl5pPr>
          </a:lstStyle>
          <a:p>
            <a:pPr lvl="0"/>
            <a:r>
              <a:rPr lang="en-US" dirty="0"/>
              <a:t>Click to edit Master text styles</a:t>
            </a:r>
          </a:p>
        </p:txBody>
      </p:sp>
      <p:sp>
        <p:nvSpPr>
          <p:cNvPr id="9" name="Text Placeholder 7">
            <a:extLst>
              <a:ext uri="{FF2B5EF4-FFF2-40B4-BE49-F238E27FC236}">
                <a16:creationId xmlns:a16="http://schemas.microsoft.com/office/drawing/2014/main" id="{50477A3C-2108-3003-027C-E88B14294EA0}"/>
              </a:ext>
            </a:extLst>
          </p:cNvPr>
          <p:cNvSpPr>
            <a:spLocks noGrp="1"/>
          </p:cNvSpPr>
          <p:nvPr>
            <p:ph type="body" sz="quarter" idx="24"/>
          </p:nvPr>
        </p:nvSpPr>
        <p:spPr>
          <a:xfrm>
            <a:off x="6519862" y="3429000"/>
            <a:ext cx="4448705" cy="2852921"/>
          </a:xfrm>
        </p:spPr>
        <p:txBody>
          <a:bodyPr>
            <a:noAutofit/>
          </a:bodyPr>
          <a:lstStyle/>
          <a:p>
            <a:pPr lvl="0"/>
            <a:r>
              <a:rPr lang="en-US" dirty="0"/>
              <a:t>Click to edit Master text styles</a:t>
            </a:r>
          </a:p>
        </p:txBody>
      </p:sp>
      <p:sp>
        <p:nvSpPr>
          <p:cNvPr id="8" name="Text Placeholder 7">
            <a:extLst>
              <a:ext uri="{FF2B5EF4-FFF2-40B4-BE49-F238E27FC236}">
                <a16:creationId xmlns:a16="http://schemas.microsoft.com/office/drawing/2014/main" id="{F3447C4F-9DF9-4C69-F400-0A0CE9007419}"/>
              </a:ext>
            </a:extLst>
          </p:cNvPr>
          <p:cNvSpPr>
            <a:spLocks noGrp="1"/>
          </p:cNvSpPr>
          <p:nvPr>
            <p:ph type="body" sz="quarter" idx="25"/>
          </p:nvPr>
        </p:nvSpPr>
        <p:spPr>
          <a:xfrm>
            <a:off x="575733" y="4066517"/>
            <a:ext cx="5208059" cy="403200"/>
          </a:xfrm>
        </p:spPr>
        <p:txBody>
          <a:bodyPr anchor="b">
            <a:noAutofit/>
          </a:bodyPr>
          <a:lstStyle>
            <a:lvl1pPr>
              <a:defRPr sz="1250" b="1"/>
            </a:lvl1pPr>
          </a:lstStyle>
          <a:p>
            <a:pPr lvl="0"/>
            <a:r>
              <a:rPr lang="en-US" dirty="0"/>
              <a:t>Click to edit Master text styles</a:t>
            </a:r>
          </a:p>
        </p:txBody>
      </p:sp>
      <p:sp>
        <p:nvSpPr>
          <p:cNvPr id="11" name="Text Placeholder 10">
            <a:extLst>
              <a:ext uri="{FF2B5EF4-FFF2-40B4-BE49-F238E27FC236}">
                <a16:creationId xmlns:a16="http://schemas.microsoft.com/office/drawing/2014/main" id="{15FE6426-8335-E1C3-FB13-43F08A52D6E7}"/>
              </a:ext>
            </a:extLst>
          </p:cNvPr>
          <p:cNvSpPr>
            <a:spLocks noGrp="1"/>
          </p:cNvSpPr>
          <p:nvPr>
            <p:ph type="body" sz="quarter" idx="26"/>
          </p:nvPr>
        </p:nvSpPr>
        <p:spPr>
          <a:xfrm>
            <a:off x="6519862" y="3091241"/>
            <a:ext cx="4448706" cy="288000"/>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20531044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lumn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442312-9E63-3A81-2CB4-8F85F5C2CD49}"/>
              </a:ext>
            </a:extLst>
          </p:cNvPr>
          <p:cNvSpPr/>
          <p:nvPr userDrawn="1"/>
        </p:nvSpPr>
        <p:spPr>
          <a:xfrm>
            <a:off x="0" y="1945185"/>
            <a:ext cx="3878469" cy="49128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ID" sz="1200"/>
          </a:p>
        </p:txBody>
      </p:sp>
      <p:sp>
        <p:nvSpPr>
          <p:cNvPr id="2" name="Title 1">
            <a:extLst>
              <a:ext uri="{FF2B5EF4-FFF2-40B4-BE49-F238E27FC236}">
                <a16:creationId xmlns:a16="http://schemas.microsoft.com/office/drawing/2014/main" id="{D270176E-FDDF-30CB-EB74-A75B39D053B0}"/>
              </a:ext>
            </a:extLst>
          </p:cNvPr>
          <p:cNvSpPr>
            <a:spLocks noGrp="1"/>
          </p:cNvSpPr>
          <p:nvPr>
            <p:ph type="title"/>
          </p:nvPr>
        </p:nvSpPr>
        <p:spPr>
          <a:xfrm>
            <a:off x="697694" y="501649"/>
            <a:ext cx="10270873" cy="1325563"/>
          </a:xfrm>
        </p:spPr>
        <p:txBody>
          <a:bodyPr anchor="t">
            <a:noAutofit/>
          </a:bodyPr>
          <a:lstStyle/>
          <a:p>
            <a:r>
              <a:rPr lang="en-US" dirty="0"/>
              <a:t>Click to edit Master title style</a:t>
            </a:r>
            <a:endParaRPr lang="en-ID" dirty="0"/>
          </a:p>
        </p:txBody>
      </p:sp>
      <p:sp>
        <p:nvSpPr>
          <p:cNvPr id="3" name="Footer Placeholder 2">
            <a:extLst>
              <a:ext uri="{FF2B5EF4-FFF2-40B4-BE49-F238E27FC236}">
                <a16:creationId xmlns:a16="http://schemas.microsoft.com/office/drawing/2014/main" id="{55C0C34D-8F75-41B3-4243-E45FBD015BCA}"/>
              </a:ext>
            </a:extLst>
          </p:cNvPr>
          <p:cNvSpPr>
            <a:spLocks noGrp="1"/>
          </p:cNvSpPr>
          <p:nvPr>
            <p:ph type="ftr" sz="quarter" idx="10"/>
          </p:nvPr>
        </p:nvSpPr>
        <p:spPr/>
        <p:txBody>
          <a:bodyPr/>
          <a:lstStyle>
            <a:lvl1pPr>
              <a:defRPr sz="1400"/>
            </a:lvl1pPr>
          </a:lstStyle>
          <a:p>
            <a:r>
              <a:rPr lang="en-ID" dirty="0"/>
              <a:t>PRESENTATION TITLE</a:t>
            </a:r>
          </a:p>
        </p:txBody>
      </p:sp>
      <p:sp>
        <p:nvSpPr>
          <p:cNvPr id="4" name="Slide Number Placeholder 3">
            <a:extLst>
              <a:ext uri="{FF2B5EF4-FFF2-40B4-BE49-F238E27FC236}">
                <a16:creationId xmlns:a16="http://schemas.microsoft.com/office/drawing/2014/main" id="{84A13D18-EF04-D403-494B-02A03A28BC5B}"/>
              </a:ext>
            </a:extLst>
          </p:cNvPr>
          <p:cNvSpPr>
            <a:spLocks noGrp="1"/>
          </p:cNvSpPr>
          <p:nvPr>
            <p:ph type="sldNum" sz="quarter" idx="11"/>
          </p:nvPr>
        </p:nvSpPr>
        <p:spPr/>
        <p:txBody>
          <a:bodyPr>
            <a:noAutofit/>
          </a:bodyPr>
          <a:lstStyle/>
          <a:p>
            <a:fld id="{CF6F24BE-8BEB-403A-BDCC-38E201D0662D}" type="slidenum">
              <a:rPr lang="en-ID" smtClean="0"/>
              <a:pPr/>
              <a:t>‹#›</a:t>
            </a:fld>
            <a:endParaRPr lang="en-ID"/>
          </a:p>
        </p:txBody>
      </p:sp>
      <p:sp>
        <p:nvSpPr>
          <p:cNvPr id="11" name="Text Placeholder 10">
            <a:extLst>
              <a:ext uri="{FF2B5EF4-FFF2-40B4-BE49-F238E27FC236}">
                <a16:creationId xmlns:a16="http://schemas.microsoft.com/office/drawing/2014/main" id="{5A0E6078-78A1-619C-E7B0-63DBC649FF44}"/>
              </a:ext>
            </a:extLst>
          </p:cNvPr>
          <p:cNvSpPr>
            <a:spLocks noGrp="1"/>
          </p:cNvSpPr>
          <p:nvPr>
            <p:ph type="body" sz="quarter" idx="13"/>
          </p:nvPr>
        </p:nvSpPr>
        <p:spPr>
          <a:xfrm>
            <a:off x="599017" y="2686751"/>
            <a:ext cx="2702983" cy="366960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
        <p:nvSpPr>
          <p:cNvPr id="12" name="Text Placeholder 10">
            <a:extLst>
              <a:ext uri="{FF2B5EF4-FFF2-40B4-BE49-F238E27FC236}">
                <a16:creationId xmlns:a16="http://schemas.microsoft.com/office/drawing/2014/main" id="{33E87E0F-2528-3A8B-F312-9C9235E58689}"/>
              </a:ext>
            </a:extLst>
          </p:cNvPr>
          <p:cNvSpPr>
            <a:spLocks noGrp="1"/>
          </p:cNvSpPr>
          <p:nvPr>
            <p:ph type="body" sz="quarter" idx="14"/>
          </p:nvPr>
        </p:nvSpPr>
        <p:spPr>
          <a:xfrm>
            <a:off x="4358771" y="2686751"/>
            <a:ext cx="2850043" cy="36696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7" name="Text Placeholder 6">
            <a:extLst>
              <a:ext uri="{FF2B5EF4-FFF2-40B4-BE49-F238E27FC236}">
                <a16:creationId xmlns:a16="http://schemas.microsoft.com/office/drawing/2014/main" id="{6A75F903-A46A-31EE-9532-17999D9477B2}"/>
              </a:ext>
            </a:extLst>
          </p:cNvPr>
          <p:cNvSpPr>
            <a:spLocks noGrp="1"/>
          </p:cNvSpPr>
          <p:nvPr>
            <p:ph type="body" sz="quarter" idx="15"/>
          </p:nvPr>
        </p:nvSpPr>
        <p:spPr>
          <a:xfrm>
            <a:off x="599016" y="2275974"/>
            <a:ext cx="2702984" cy="369600"/>
          </a:xfrm>
        </p:spPr>
        <p:txBody>
          <a:bodyPr anchor="b">
            <a:noAutofit/>
          </a:bodyPr>
          <a:lstStyle>
            <a:lvl1pPr>
              <a:defRPr sz="1250" b="1">
                <a:solidFill>
                  <a:schemeClr val="bg1"/>
                </a:solidFill>
              </a:defRPr>
            </a:lvl1pPr>
          </a:lstStyle>
          <a:p>
            <a:pPr lvl="0"/>
            <a:r>
              <a:rPr lang="en-US" dirty="0"/>
              <a:t>Click to edit Master text styles</a:t>
            </a:r>
          </a:p>
        </p:txBody>
      </p:sp>
      <p:sp>
        <p:nvSpPr>
          <p:cNvPr id="8" name="Text Placeholder 6">
            <a:extLst>
              <a:ext uri="{FF2B5EF4-FFF2-40B4-BE49-F238E27FC236}">
                <a16:creationId xmlns:a16="http://schemas.microsoft.com/office/drawing/2014/main" id="{8746F59D-CF95-DEC8-5CAA-EE08708A535D}"/>
              </a:ext>
            </a:extLst>
          </p:cNvPr>
          <p:cNvSpPr>
            <a:spLocks noGrp="1"/>
          </p:cNvSpPr>
          <p:nvPr>
            <p:ph type="body" sz="quarter" idx="16"/>
          </p:nvPr>
        </p:nvSpPr>
        <p:spPr>
          <a:xfrm>
            <a:off x="4358771" y="2275974"/>
            <a:ext cx="2851200" cy="369600"/>
          </a:xfrm>
        </p:spPr>
        <p:txBody>
          <a:bodyPr anchor="b">
            <a:noAutofit/>
          </a:bodyPr>
          <a:lstStyle>
            <a:lvl1pPr>
              <a:defRPr sz="1250" b="1"/>
            </a:lvl1pPr>
          </a:lstStyle>
          <a:p>
            <a:pPr lvl="0"/>
            <a:r>
              <a:rPr lang="en-US" dirty="0"/>
              <a:t>Click to edit Master text styles</a:t>
            </a:r>
          </a:p>
        </p:txBody>
      </p:sp>
      <p:sp>
        <p:nvSpPr>
          <p:cNvPr id="10" name="Text Placeholder 10">
            <a:extLst>
              <a:ext uri="{FF2B5EF4-FFF2-40B4-BE49-F238E27FC236}">
                <a16:creationId xmlns:a16="http://schemas.microsoft.com/office/drawing/2014/main" id="{BCDD7BE0-BC6C-5AE9-BCEE-9C91EA7B4B4D}"/>
              </a:ext>
            </a:extLst>
          </p:cNvPr>
          <p:cNvSpPr>
            <a:spLocks noGrp="1"/>
          </p:cNvSpPr>
          <p:nvPr>
            <p:ph type="body" sz="quarter" idx="17"/>
          </p:nvPr>
        </p:nvSpPr>
        <p:spPr>
          <a:xfrm>
            <a:off x="8118524" y="2686751"/>
            <a:ext cx="2850043" cy="36696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13" name="Text Placeholder 6">
            <a:extLst>
              <a:ext uri="{FF2B5EF4-FFF2-40B4-BE49-F238E27FC236}">
                <a16:creationId xmlns:a16="http://schemas.microsoft.com/office/drawing/2014/main" id="{6C0FB17E-6098-251C-5B8E-56C2FE57DE90}"/>
              </a:ext>
            </a:extLst>
          </p:cNvPr>
          <p:cNvSpPr>
            <a:spLocks noGrp="1"/>
          </p:cNvSpPr>
          <p:nvPr>
            <p:ph type="body" sz="quarter" idx="18"/>
          </p:nvPr>
        </p:nvSpPr>
        <p:spPr>
          <a:xfrm>
            <a:off x="8117367" y="2275974"/>
            <a:ext cx="2851200" cy="369600"/>
          </a:xfrm>
        </p:spPr>
        <p:txBody>
          <a:bodyPr anchor="b">
            <a:noAutofit/>
          </a:bodyPr>
          <a:lstStyle>
            <a:lvl1pPr>
              <a:defRPr sz="1250" b="1"/>
            </a:lvl1pPr>
          </a:lstStyle>
          <a:p>
            <a:pPr lvl="0"/>
            <a:r>
              <a:rPr lang="en-US" dirty="0"/>
              <a:t>Click to edit Master text styles</a:t>
            </a:r>
          </a:p>
        </p:txBody>
      </p:sp>
    </p:spTree>
    <p:extLst>
      <p:ext uri="{BB962C8B-B14F-4D97-AF65-F5344CB8AC3E}">
        <p14:creationId xmlns:p14="http://schemas.microsoft.com/office/powerpoint/2010/main" val="22718244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harts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EEB1E-7063-62F6-6178-84A09252DBC1}"/>
              </a:ext>
            </a:extLst>
          </p:cNvPr>
          <p:cNvSpPr>
            <a:spLocks noGrp="1"/>
          </p:cNvSpPr>
          <p:nvPr>
            <p:ph type="title"/>
          </p:nvPr>
        </p:nvSpPr>
        <p:spPr>
          <a:xfrm>
            <a:off x="599017" y="583764"/>
            <a:ext cx="10369550" cy="962400"/>
          </a:xfrm>
        </p:spPr>
        <p:txBody>
          <a:bodyPr anchor="t"/>
          <a:lstStyle/>
          <a:p>
            <a:r>
              <a:rPr lang="en-US" dirty="0"/>
              <a:t>Click to edit Master title style</a:t>
            </a:r>
            <a:endParaRPr lang="en-UZ" dirty="0"/>
          </a:p>
        </p:txBody>
      </p:sp>
      <p:sp>
        <p:nvSpPr>
          <p:cNvPr id="3" name="Footer Placeholder 2">
            <a:extLst>
              <a:ext uri="{FF2B5EF4-FFF2-40B4-BE49-F238E27FC236}">
                <a16:creationId xmlns:a16="http://schemas.microsoft.com/office/drawing/2014/main" id="{3F688764-10F6-E04C-94EB-0287F12582B9}"/>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96932E04-1353-E30E-552C-E54A3DA07469}"/>
              </a:ext>
            </a:extLst>
          </p:cNvPr>
          <p:cNvSpPr>
            <a:spLocks noGrp="1"/>
          </p:cNvSpPr>
          <p:nvPr>
            <p:ph type="sldNum" sz="quarter" idx="11"/>
          </p:nvPr>
        </p:nvSpPr>
        <p:spPr/>
        <p:txBody>
          <a:bodyPr/>
          <a:lstStyle/>
          <a:p>
            <a:fld id="{CF6F24BE-8BEB-403A-BDCC-38E201D0662D}" type="slidenum">
              <a:rPr lang="en-ID" smtClean="0"/>
              <a:pPr/>
              <a:t>‹#›</a:t>
            </a:fld>
            <a:endParaRPr lang="en-ID" dirty="0"/>
          </a:p>
        </p:txBody>
      </p:sp>
      <p:sp>
        <p:nvSpPr>
          <p:cNvPr id="5" name="Chart Placeholder 22">
            <a:extLst>
              <a:ext uri="{FF2B5EF4-FFF2-40B4-BE49-F238E27FC236}">
                <a16:creationId xmlns:a16="http://schemas.microsoft.com/office/drawing/2014/main" id="{10D922AA-24B6-6B14-7A38-DBC7EDED764B}"/>
              </a:ext>
            </a:extLst>
          </p:cNvPr>
          <p:cNvSpPr>
            <a:spLocks noGrp="1"/>
          </p:cNvSpPr>
          <p:nvPr>
            <p:ph type="chart" sz="quarter" idx="26"/>
          </p:nvPr>
        </p:nvSpPr>
        <p:spPr>
          <a:xfrm>
            <a:off x="1200000" y="1738097"/>
            <a:ext cx="2037784" cy="1684283"/>
          </a:xfrm>
        </p:spPr>
        <p:txBody>
          <a:bodyPr/>
          <a:lstStyle/>
          <a:p>
            <a:endParaRPr lang="en-US" dirty="0"/>
          </a:p>
        </p:txBody>
      </p:sp>
      <p:sp>
        <p:nvSpPr>
          <p:cNvPr id="8" name="Text Placeholder 10">
            <a:extLst>
              <a:ext uri="{FF2B5EF4-FFF2-40B4-BE49-F238E27FC236}">
                <a16:creationId xmlns:a16="http://schemas.microsoft.com/office/drawing/2014/main" id="{6FB6B8F6-C436-9978-2F4B-4A4FAEFE5201}"/>
              </a:ext>
            </a:extLst>
          </p:cNvPr>
          <p:cNvSpPr>
            <a:spLocks noGrp="1"/>
          </p:cNvSpPr>
          <p:nvPr>
            <p:ph type="body" sz="quarter" idx="29"/>
          </p:nvPr>
        </p:nvSpPr>
        <p:spPr>
          <a:xfrm>
            <a:off x="1031381" y="4112515"/>
            <a:ext cx="2396467" cy="2402400"/>
          </a:xfrm>
        </p:spPr>
        <p:txBody>
          <a:bodyPr/>
          <a:lstStyle/>
          <a:p>
            <a:pPr lvl="0"/>
            <a:r>
              <a:rPr lang="en-US" dirty="0"/>
              <a:t>Click to edit Master text styles</a:t>
            </a:r>
          </a:p>
        </p:txBody>
      </p:sp>
      <p:sp>
        <p:nvSpPr>
          <p:cNvPr id="9" name="Picture Placeholder 8">
            <a:extLst>
              <a:ext uri="{FF2B5EF4-FFF2-40B4-BE49-F238E27FC236}">
                <a16:creationId xmlns:a16="http://schemas.microsoft.com/office/drawing/2014/main" id="{6504E407-1287-6C2D-410A-98BC0C867445}"/>
              </a:ext>
            </a:extLst>
          </p:cNvPr>
          <p:cNvSpPr>
            <a:spLocks noGrp="1"/>
          </p:cNvSpPr>
          <p:nvPr>
            <p:ph type="pic" sz="quarter" idx="28"/>
          </p:nvPr>
        </p:nvSpPr>
        <p:spPr>
          <a:xfrm>
            <a:off x="4583792" y="1711315"/>
            <a:ext cx="2400000" cy="4802400"/>
          </a:xfrm>
        </p:spPr>
        <p:txBody>
          <a:bodyPr/>
          <a:lstStyle/>
          <a:p>
            <a:endParaRPr lang="en-UZ"/>
          </a:p>
        </p:txBody>
      </p:sp>
      <p:sp>
        <p:nvSpPr>
          <p:cNvPr id="10" name="Chart Placeholder 22">
            <a:extLst>
              <a:ext uri="{FF2B5EF4-FFF2-40B4-BE49-F238E27FC236}">
                <a16:creationId xmlns:a16="http://schemas.microsoft.com/office/drawing/2014/main" id="{1BE74FB2-1D73-647C-5C92-0AA274565BB5}"/>
              </a:ext>
            </a:extLst>
          </p:cNvPr>
          <p:cNvSpPr>
            <a:spLocks noGrp="1"/>
          </p:cNvSpPr>
          <p:nvPr>
            <p:ph type="chart" sz="quarter" idx="30"/>
          </p:nvPr>
        </p:nvSpPr>
        <p:spPr>
          <a:xfrm>
            <a:off x="8329800" y="1738097"/>
            <a:ext cx="2037784" cy="1684283"/>
          </a:xfrm>
        </p:spPr>
        <p:txBody>
          <a:bodyPr/>
          <a:lstStyle/>
          <a:p>
            <a:endParaRPr lang="en-US" dirty="0"/>
          </a:p>
        </p:txBody>
      </p:sp>
      <p:sp>
        <p:nvSpPr>
          <p:cNvPr id="11" name="Text Placeholder 10">
            <a:extLst>
              <a:ext uri="{FF2B5EF4-FFF2-40B4-BE49-F238E27FC236}">
                <a16:creationId xmlns:a16="http://schemas.microsoft.com/office/drawing/2014/main" id="{427C4768-2F14-E327-6DA3-6E37F58CFABC}"/>
              </a:ext>
            </a:extLst>
          </p:cNvPr>
          <p:cNvSpPr>
            <a:spLocks noGrp="1"/>
          </p:cNvSpPr>
          <p:nvPr>
            <p:ph type="body" sz="quarter" idx="31"/>
          </p:nvPr>
        </p:nvSpPr>
        <p:spPr>
          <a:xfrm>
            <a:off x="1031381" y="3535556"/>
            <a:ext cx="2396467"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2" name="Text Placeholder 10">
            <a:extLst>
              <a:ext uri="{FF2B5EF4-FFF2-40B4-BE49-F238E27FC236}">
                <a16:creationId xmlns:a16="http://schemas.microsoft.com/office/drawing/2014/main" id="{9E210F19-1CD2-510F-9EF1-7A725C1F083E}"/>
              </a:ext>
            </a:extLst>
          </p:cNvPr>
          <p:cNvSpPr>
            <a:spLocks noGrp="1"/>
          </p:cNvSpPr>
          <p:nvPr>
            <p:ph type="body" sz="quarter" idx="32"/>
          </p:nvPr>
        </p:nvSpPr>
        <p:spPr>
          <a:xfrm>
            <a:off x="8148693" y="3535556"/>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3" name="Text Placeholder 10">
            <a:extLst>
              <a:ext uri="{FF2B5EF4-FFF2-40B4-BE49-F238E27FC236}">
                <a16:creationId xmlns:a16="http://schemas.microsoft.com/office/drawing/2014/main" id="{001CE4C3-5BFE-BA45-1C06-0F5D8259E689}"/>
              </a:ext>
            </a:extLst>
          </p:cNvPr>
          <p:cNvSpPr>
            <a:spLocks noGrp="1"/>
          </p:cNvSpPr>
          <p:nvPr>
            <p:ph type="body" sz="quarter" idx="33"/>
          </p:nvPr>
        </p:nvSpPr>
        <p:spPr>
          <a:xfrm>
            <a:off x="8154626" y="4111315"/>
            <a:ext cx="2402400" cy="2402400"/>
          </a:xfrm>
        </p:spPr>
        <p:txBody>
          <a:bodyPr/>
          <a:lstStyle/>
          <a:p>
            <a:pPr lvl="0"/>
            <a:r>
              <a:rPr lang="en-US" dirty="0"/>
              <a:t>Click to edit Master text styles</a:t>
            </a:r>
          </a:p>
        </p:txBody>
      </p:sp>
    </p:spTree>
    <p:extLst>
      <p:ext uri="{BB962C8B-B14F-4D97-AF65-F5344CB8AC3E}">
        <p14:creationId xmlns:p14="http://schemas.microsoft.com/office/powerpoint/2010/main" val="402575451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harts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EEB1E-7063-62F6-6178-84A09252DBC1}"/>
              </a:ext>
            </a:extLst>
          </p:cNvPr>
          <p:cNvSpPr>
            <a:spLocks noGrp="1"/>
          </p:cNvSpPr>
          <p:nvPr>
            <p:ph type="title"/>
          </p:nvPr>
        </p:nvSpPr>
        <p:spPr>
          <a:xfrm>
            <a:off x="599017" y="583764"/>
            <a:ext cx="10369550" cy="962400"/>
          </a:xfrm>
        </p:spPr>
        <p:txBody>
          <a:bodyPr anchor="t"/>
          <a:lstStyle/>
          <a:p>
            <a:r>
              <a:rPr lang="en-US" dirty="0"/>
              <a:t>Click to edit Master title style</a:t>
            </a:r>
            <a:endParaRPr lang="en-UZ" dirty="0"/>
          </a:p>
        </p:txBody>
      </p:sp>
      <p:sp>
        <p:nvSpPr>
          <p:cNvPr id="3" name="Footer Placeholder 2">
            <a:extLst>
              <a:ext uri="{FF2B5EF4-FFF2-40B4-BE49-F238E27FC236}">
                <a16:creationId xmlns:a16="http://schemas.microsoft.com/office/drawing/2014/main" id="{3F688764-10F6-E04C-94EB-0287F12582B9}"/>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96932E04-1353-E30E-552C-E54A3DA07469}"/>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Chart Placeholder 22">
            <a:extLst>
              <a:ext uri="{FF2B5EF4-FFF2-40B4-BE49-F238E27FC236}">
                <a16:creationId xmlns:a16="http://schemas.microsoft.com/office/drawing/2014/main" id="{10D922AA-24B6-6B14-7A38-DBC7EDED764B}"/>
              </a:ext>
            </a:extLst>
          </p:cNvPr>
          <p:cNvSpPr>
            <a:spLocks noGrp="1"/>
          </p:cNvSpPr>
          <p:nvPr>
            <p:ph type="chart" sz="quarter" idx="26"/>
          </p:nvPr>
        </p:nvSpPr>
        <p:spPr>
          <a:xfrm>
            <a:off x="1237772" y="1738097"/>
            <a:ext cx="2037784" cy="1684283"/>
          </a:xfrm>
        </p:spPr>
        <p:txBody>
          <a:bodyPr/>
          <a:lstStyle/>
          <a:p>
            <a:endParaRPr lang="en-US" dirty="0"/>
          </a:p>
        </p:txBody>
      </p:sp>
      <p:sp>
        <p:nvSpPr>
          <p:cNvPr id="8" name="Text Placeholder 10">
            <a:extLst>
              <a:ext uri="{FF2B5EF4-FFF2-40B4-BE49-F238E27FC236}">
                <a16:creationId xmlns:a16="http://schemas.microsoft.com/office/drawing/2014/main" id="{6FB6B8F6-C436-9978-2F4B-4A4FAEFE5201}"/>
              </a:ext>
            </a:extLst>
          </p:cNvPr>
          <p:cNvSpPr>
            <a:spLocks noGrp="1"/>
          </p:cNvSpPr>
          <p:nvPr>
            <p:ph type="body" sz="quarter" idx="29"/>
          </p:nvPr>
        </p:nvSpPr>
        <p:spPr>
          <a:xfrm>
            <a:off x="1054623" y="4123971"/>
            <a:ext cx="2402400" cy="2402400"/>
          </a:xfrm>
        </p:spPr>
        <p:txBody>
          <a:bodyPr/>
          <a:lstStyle/>
          <a:p>
            <a:pPr lvl="0"/>
            <a:r>
              <a:rPr lang="en-US" dirty="0"/>
              <a:t>Click to edit Master text styles</a:t>
            </a:r>
          </a:p>
        </p:txBody>
      </p:sp>
      <p:sp>
        <p:nvSpPr>
          <p:cNvPr id="10" name="Chart Placeholder 22">
            <a:extLst>
              <a:ext uri="{FF2B5EF4-FFF2-40B4-BE49-F238E27FC236}">
                <a16:creationId xmlns:a16="http://schemas.microsoft.com/office/drawing/2014/main" id="{1BE74FB2-1D73-647C-5C92-0AA274565BB5}"/>
              </a:ext>
            </a:extLst>
          </p:cNvPr>
          <p:cNvSpPr>
            <a:spLocks noGrp="1"/>
          </p:cNvSpPr>
          <p:nvPr>
            <p:ph type="chart" sz="quarter" idx="30"/>
          </p:nvPr>
        </p:nvSpPr>
        <p:spPr>
          <a:xfrm>
            <a:off x="8329800" y="1738097"/>
            <a:ext cx="2037784" cy="1684283"/>
          </a:xfrm>
        </p:spPr>
        <p:txBody>
          <a:bodyPr/>
          <a:lstStyle/>
          <a:p>
            <a:endParaRPr lang="en-US" dirty="0"/>
          </a:p>
        </p:txBody>
      </p:sp>
      <p:sp>
        <p:nvSpPr>
          <p:cNvPr id="11" name="Text Placeholder 10">
            <a:extLst>
              <a:ext uri="{FF2B5EF4-FFF2-40B4-BE49-F238E27FC236}">
                <a16:creationId xmlns:a16="http://schemas.microsoft.com/office/drawing/2014/main" id="{427C4768-2F14-E327-6DA3-6E37F58CFABC}"/>
              </a:ext>
            </a:extLst>
          </p:cNvPr>
          <p:cNvSpPr>
            <a:spLocks noGrp="1"/>
          </p:cNvSpPr>
          <p:nvPr>
            <p:ph type="body" sz="quarter" idx="31"/>
          </p:nvPr>
        </p:nvSpPr>
        <p:spPr>
          <a:xfrm>
            <a:off x="1057469" y="3535556"/>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2" name="Text Placeholder 10">
            <a:extLst>
              <a:ext uri="{FF2B5EF4-FFF2-40B4-BE49-F238E27FC236}">
                <a16:creationId xmlns:a16="http://schemas.microsoft.com/office/drawing/2014/main" id="{9E210F19-1CD2-510F-9EF1-7A725C1F083E}"/>
              </a:ext>
            </a:extLst>
          </p:cNvPr>
          <p:cNvSpPr>
            <a:spLocks noGrp="1"/>
          </p:cNvSpPr>
          <p:nvPr>
            <p:ph type="body" sz="quarter" idx="32"/>
          </p:nvPr>
        </p:nvSpPr>
        <p:spPr>
          <a:xfrm>
            <a:off x="8148693" y="3535556"/>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3" name="Text Placeholder 10">
            <a:extLst>
              <a:ext uri="{FF2B5EF4-FFF2-40B4-BE49-F238E27FC236}">
                <a16:creationId xmlns:a16="http://schemas.microsoft.com/office/drawing/2014/main" id="{001CE4C3-5BFE-BA45-1C06-0F5D8259E689}"/>
              </a:ext>
            </a:extLst>
          </p:cNvPr>
          <p:cNvSpPr>
            <a:spLocks noGrp="1"/>
          </p:cNvSpPr>
          <p:nvPr>
            <p:ph type="body" sz="quarter" idx="33"/>
          </p:nvPr>
        </p:nvSpPr>
        <p:spPr>
          <a:xfrm>
            <a:off x="8154626" y="4111315"/>
            <a:ext cx="2402400" cy="2402400"/>
          </a:xfrm>
        </p:spPr>
        <p:txBody>
          <a:bodyPr/>
          <a:lstStyle/>
          <a:p>
            <a:pPr lvl="0"/>
            <a:r>
              <a:rPr lang="en-US" dirty="0"/>
              <a:t>Click to edit Master text styles</a:t>
            </a:r>
          </a:p>
        </p:txBody>
      </p:sp>
      <p:sp>
        <p:nvSpPr>
          <p:cNvPr id="6" name="Chart Placeholder 22">
            <a:extLst>
              <a:ext uri="{FF2B5EF4-FFF2-40B4-BE49-F238E27FC236}">
                <a16:creationId xmlns:a16="http://schemas.microsoft.com/office/drawing/2014/main" id="{6034BEDD-4A10-0EE9-2B80-CC48F6463E58}"/>
              </a:ext>
            </a:extLst>
          </p:cNvPr>
          <p:cNvSpPr>
            <a:spLocks noGrp="1"/>
          </p:cNvSpPr>
          <p:nvPr>
            <p:ph type="chart" sz="quarter" idx="34"/>
          </p:nvPr>
        </p:nvSpPr>
        <p:spPr>
          <a:xfrm>
            <a:off x="4764900" y="1738097"/>
            <a:ext cx="2037784" cy="1684283"/>
          </a:xfrm>
        </p:spPr>
        <p:txBody>
          <a:bodyPr/>
          <a:lstStyle/>
          <a:p>
            <a:endParaRPr lang="en-US" dirty="0"/>
          </a:p>
        </p:txBody>
      </p:sp>
      <p:sp>
        <p:nvSpPr>
          <p:cNvPr id="15" name="Text Placeholder 10">
            <a:extLst>
              <a:ext uri="{FF2B5EF4-FFF2-40B4-BE49-F238E27FC236}">
                <a16:creationId xmlns:a16="http://schemas.microsoft.com/office/drawing/2014/main" id="{9AF6507D-02F3-DCED-4A26-289016D4AA40}"/>
              </a:ext>
            </a:extLst>
          </p:cNvPr>
          <p:cNvSpPr>
            <a:spLocks noGrp="1"/>
          </p:cNvSpPr>
          <p:nvPr>
            <p:ph type="body" sz="quarter" idx="35"/>
          </p:nvPr>
        </p:nvSpPr>
        <p:spPr>
          <a:xfrm>
            <a:off x="4592749" y="3535556"/>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6" name="Text Placeholder 10">
            <a:extLst>
              <a:ext uri="{FF2B5EF4-FFF2-40B4-BE49-F238E27FC236}">
                <a16:creationId xmlns:a16="http://schemas.microsoft.com/office/drawing/2014/main" id="{1DD65D9A-82AD-5F53-C8F5-B476568A76BB}"/>
              </a:ext>
            </a:extLst>
          </p:cNvPr>
          <p:cNvSpPr>
            <a:spLocks noGrp="1"/>
          </p:cNvSpPr>
          <p:nvPr>
            <p:ph type="body" sz="quarter" idx="36"/>
          </p:nvPr>
        </p:nvSpPr>
        <p:spPr>
          <a:xfrm>
            <a:off x="4604627" y="4111315"/>
            <a:ext cx="2402400" cy="2402400"/>
          </a:xfrm>
        </p:spPr>
        <p:txBody>
          <a:bodyPr/>
          <a:lstStyle/>
          <a:p>
            <a:pPr lvl="0"/>
            <a:r>
              <a:rPr lang="en-US" dirty="0"/>
              <a:t>Click to edit Master text styles</a:t>
            </a:r>
          </a:p>
        </p:txBody>
      </p:sp>
    </p:spTree>
    <p:extLst>
      <p:ext uri="{BB962C8B-B14F-4D97-AF65-F5344CB8AC3E}">
        <p14:creationId xmlns:p14="http://schemas.microsoft.com/office/powerpoint/2010/main" val="6867448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Charts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EEB1E-7063-62F6-6178-84A09252DBC1}"/>
              </a:ext>
            </a:extLst>
          </p:cNvPr>
          <p:cNvSpPr>
            <a:spLocks noGrp="1"/>
          </p:cNvSpPr>
          <p:nvPr>
            <p:ph type="title"/>
          </p:nvPr>
        </p:nvSpPr>
        <p:spPr>
          <a:xfrm>
            <a:off x="599017" y="583764"/>
            <a:ext cx="10369550" cy="962400"/>
          </a:xfrm>
        </p:spPr>
        <p:txBody>
          <a:bodyPr anchor="t"/>
          <a:lstStyle/>
          <a:p>
            <a:r>
              <a:rPr lang="en-US" dirty="0"/>
              <a:t>Click to edit Master title style</a:t>
            </a:r>
            <a:endParaRPr lang="en-UZ" dirty="0"/>
          </a:p>
        </p:txBody>
      </p:sp>
      <p:sp>
        <p:nvSpPr>
          <p:cNvPr id="3" name="Footer Placeholder 2">
            <a:extLst>
              <a:ext uri="{FF2B5EF4-FFF2-40B4-BE49-F238E27FC236}">
                <a16:creationId xmlns:a16="http://schemas.microsoft.com/office/drawing/2014/main" id="{3F688764-10F6-E04C-94EB-0287F12582B9}"/>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96932E04-1353-E30E-552C-E54A3DA07469}"/>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5" name="Chart Placeholder 22">
            <a:extLst>
              <a:ext uri="{FF2B5EF4-FFF2-40B4-BE49-F238E27FC236}">
                <a16:creationId xmlns:a16="http://schemas.microsoft.com/office/drawing/2014/main" id="{10D922AA-24B6-6B14-7A38-DBC7EDED764B}"/>
              </a:ext>
            </a:extLst>
          </p:cNvPr>
          <p:cNvSpPr>
            <a:spLocks noGrp="1"/>
          </p:cNvSpPr>
          <p:nvPr>
            <p:ph type="chart" sz="quarter" idx="26"/>
          </p:nvPr>
        </p:nvSpPr>
        <p:spPr>
          <a:xfrm>
            <a:off x="758041" y="1738097"/>
            <a:ext cx="2037784" cy="1684283"/>
          </a:xfrm>
        </p:spPr>
        <p:txBody>
          <a:bodyPr/>
          <a:lstStyle/>
          <a:p>
            <a:endParaRPr lang="en-US" dirty="0"/>
          </a:p>
        </p:txBody>
      </p:sp>
      <p:sp>
        <p:nvSpPr>
          <p:cNvPr id="8" name="Text Placeholder 10">
            <a:extLst>
              <a:ext uri="{FF2B5EF4-FFF2-40B4-BE49-F238E27FC236}">
                <a16:creationId xmlns:a16="http://schemas.microsoft.com/office/drawing/2014/main" id="{6FB6B8F6-C436-9978-2F4B-4A4FAEFE5201}"/>
              </a:ext>
            </a:extLst>
          </p:cNvPr>
          <p:cNvSpPr>
            <a:spLocks noGrp="1"/>
          </p:cNvSpPr>
          <p:nvPr>
            <p:ph type="body" sz="quarter" idx="29"/>
          </p:nvPr>
        </p:nvSpPr>
        <p:spPr>
          <a:xfrm>
            <a:off x="575733" y="4111315"/>
            <a:ext cx="2402400" cy="2402400"/>
          </a:xfrm>
        </p:spPr>
        <p:txBody>
          <a:bodyPr/>
          <a:lstStyle/>
          <a:p>
            <a:pPr lvl="0"/>
            <a:r>
              <a:rPr lang="en-US" dirty="0"/>
              <a:t>Click to edit Master text styles</a:t>
            </a:r>
          </a:p>
        </p:txBody>
      </p:sp>
      <p:sp>
        <p:nvSpPr>
          <p:cNvPr id="10" name="Chart Placeholder 22">
            <a:extLst>
              <a:ext uri="{FF2B5EF4-FFF2-40B4-BE49-F238E27FC236}">
                <a16:creationId xmlns:a16="http://schemas.microsoft.com/office/drawing/2014/main" id="{1BE74FB2-1D73-647C-5C92-0AA274565BB5}"/>
              </a:ext>
            </a:extLst>
          </p:cNvPr>
          <p:cNvSpPr>
            <a:spLocks noGrp="1"/>
          </p:cNvSpPr>
          <p:nvPr>
            <p:ph type="chart" sz="quarter" idx="30"/>
          </p:nvPr>
        </p:nvSpPr>
        <p:spPr>
          <a:xfrm>
            <a:off x="8735824" y="1744717"/>
            <a:ext cx="2037784" cy="1684283"/>
          </a:xfrm>
        </p:spPr>
        <p:txBody>
          <a:bodyPr/>
          <a:lstStyle/>
          <a:p>
            <a:endParaRPr lang="en-US" dirty="0"/>
          </a:p>
        </p:txBody>
      </p:sp>
      <p:sp>
        <p:nvSpPr>
          <p:cNvPr id="11" name="Text Placeholder 10">
            <a:extLst>
              <a:ext uri="{FF2B5EF4-FFF2-40B4-BE49-F238E27FC236}">
                <a16:creationId xmlns:a16="http://schemas.microsoft.com/office/drawing/2014/main" id="{427C4768-2F14-E327-6DA3-6E37F58CFABC}"/>
              </a:ext>
            </a:extLst>
          </p:cNvPr>
          <p:cNvSpPr>
            <a:spLocks noGrp="1"/>
          </p:cNvSpPr>
          <p:nvPr>
            <p:ph type="body" sz="quarter" idx="31"/>
          </p:nvPr>
        </p:nvSpPr>
        <p:spPr>
          <a:xfrm>
            <a:off x="581086" y="3537499"/>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2" name="Text Placeholder 10">
            <a:extLst>
              <a:ext uri="{FF2B5EF4-FFF2-40B4-BE49-F238E27FC236}">
                <a16:creationId xmlns:a16="http://schemas.microsoft.com/office/drawing/2014/main" id="{9E210F19-1CD2-510F-9EF1-7A725C1F083E}"/>
              </a:ext>
            </a:extLst>
          </p:cNvPr>
          <p:cNvSpPr>
            <a:spLocks noGrp="1"/>
          </p:cNvSpPr>
          <p:nvPr>
            <p:ph type="body" sz="quarter" idx="32"/>
          </p:nvPr>
        </p:nvSpPr>
        <p:spPr>
          <a:xfrm>
            <a:off x="8554717" y="3540182"/>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3" name="Text Placeholder 10">
            <a:extLst>
              <a:ext uri="{FF2B5EF4-FFF2-40B4-BE49-F238E27FC236}">
                <a16:creationId xmlns:a16="http://schemas.microsoft.com/office/drawing/2014/main" id="{001CE4C3-5BFE-BA45-1C06-0F5D8259E689}"/>
              </a:ext>
            </a:extLst>
          </p:cNvPr>
          <p:cNvSpPr>
            <a:spLocks noGrp="1"/>
          </p:cNvSpPr>
          <p:nvPr>
            <p:ph type="body" sz="quarter" idx="33"/>
          </p:nvPr>
        </p:nvSpPr>
        <p:spPr>
          <a:xfrm>
            <a:off x="8566167" y="4111315"/>
            <a:ext cx="2402400" cy="2402400"/>
          </a:xfrm>
        </p:spPr>
        <p:txBody>
          <a:bodyPr/>
          <a:lstStyle/>
          <a:p>
            <a:pPr lvl="0"/>
            <a:r>
              <a:rPr lang="en-US" dirty="0"/>
              <a:t>Click to edit Master text styles</a:t>
            </a:r>
          </a:p>
        </p:txBody>
      </p:sp>
      <p:sp>
        <p:nvSpPr>
          <p:cNvPr id="6" name="Chart Placeholder 22">
            <a:extLst>
              <a:ext uri="{FF2B5EF4-FFF2-40B4-BE49-F238E27FC236}">
                <a16:creationId xmlns:a16="http://schemas.microsoft.com/office/drawing/2014/main" id="{6034BEDD-4A10-0EE9-2B80-CC48F6463E58}"/>
              </a:ext>
            </a:extLst>
          </p:cNvPr>
          <p:cNvSpPr>
            <a:spLocks noGrp="1"/>
          </p:cNvSpPr>
          <p:nvPr>
            <p:ph type="chart" sz="quarter" idx="34"/>
          </p:nvPr>
        </p:nvSpPr>
        <p:spPr>
          <a:xfrm>
            <a:off x="3370625" y="1744717"/>
            <a:ext cx="2037784" cy="1684283"/>
          </a:xfrm>
        </p:spPr>
        <p:txBody>
          <a:bodyPr/>
          <a:lstStyle/>
          <a:p>
            <a:endParaRPr lang="en-US" dirty="0"/>
          </a:p>
        </p:txBody>
      </p:sp>
      <p:sp>
        <p:nvSpPr>
          <p:cNvPr id="15" name="Text Placeholder 10">
            <a:extLst>
              <a:ext uri="{FF2B5EF4-FFF2-40B4-BE49-F238E27FC236}">
                <a16:creationId xmlns:a16="http://schemas.microsoft.com/office/drawing/2014/main" id="{9AF6507D-02F3-DCED-4A26-289016D4AA40}"/>
              </a:ext>
            </a:extLst>
          </p:cNvPr>
          <p:cNvSpPr>
            <a:spLocks noGrp="1"/>
          </p:cNvSpPr>
          <p:nvPr>
            <p:ph type="body" sz="quarter" idx="35"/>
          </p:nvPr>
        </p:nvSpPr>
        <p:spPr>
          <a:xfrm>
            <a:off x="3189519" y="3537499"/>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6" name="Text Placeholder 10">
            <a:extLst>
              <a:ext uri="{FF2B5EF4-FFF2-40B4-BE49-F238E27FC236}">
                <a16:creationId xmlns:a16="http://schemas.microsoft.com/office/drawing/2014/main" id="{1DD65D9A-82AD-5F53-C8F5-B476568A76BB}"/>
              </a:ext>
            </a:extLst>
          </p:cNvPr>
          <p:cNvSpPr>
            <a:spLocks noGrp="1"/>
          </p:cNvSpPr>
          <p:nvPr>
            <p:ph type="body" sz="quarter" idx="36"/>
          </p:nvPr>
        </p:nvSpPr>
        <p:spPr>
          <a:xfrm>
            <a:off x="3189518" y="4111315"/>
            <a:ext cx="2402400" cy="2402400"/>
          </a:xfrm>
        </p:spPr>
        <p:txBody>
          <a:bodyPr/>
          <a:lstStyle/>
          <a:p>
            <a:pPr lvl="0"/>
            <a:r>
              <a:rPr lang="en-US" dirty="0"/>
              <a:t>Click to edit Master text styles</a:t>
            </a:r>
          </a:p>
        </p:txBody>
      </p:sp>
      <p:sp>
        <p:nvSpPr>
          <p:cNvPr id="7" name="Text Placeholder 10">
            <a:extLst>
              <a:ext uri="{FF2B5EF4-FFF2-40B4-BE49-F238E27FC236}">
                <a16:creationId xmlns:a16="http://schemas.microsoft.com/office/drawing/2014/main" id="{8B133C47-E461-5076-CFB7-81D33483F782}"/>
              </a:ext>
            </a:extLst>
          </p:cNvPr>
          <p:cNvSpPr>
            <a:spLocks noGrp="1"/>
          </p:cNvSpPr>
          <p:nvPr>
            <p:ph type="body" sz="quarter" idx="37"/>
          </p:nvPr>
        </p:nvSpPr>
        <p:spPr>
          <a:xfrm>
            <a:off x="5971041" y="4111315"/>
            <a:ext cx="2402400" cy="2402400"/>
          </a:xfrm>
        </p:spPr>
        <p:txBody>
          <a:bodyPr/>
          <a:lstStyle/>
          <a:p>
            <a:pPr lvl="0"/>
            <a:r>
              <a:rPr lang="en-US" dirty="0"/>
              <a:t>Click to edit Master text styles</a:t>
            </a:r>
          </a:p>
        </p:txBody>
      </p:sp>
      <p:sp>
        <p:nvSpPr>
          <p:cNvPr id="9" name="Text Placeholder 10">
            <a:extLst>
              <a:ext uri="{FF2B5EF4-FFF2-40B4-BE49-F238E27FC236}">
                <a16:creationId xmlns:a16="http://schemas.microsoft.com/office/drawing/2014/main" id="{4610F9E3-7283-B27D-D134-C4587A578220}"/>
              </a:ext>
            </a:extLst>
          </p:cNvPr>
          <p:cNvSpPr>
            <a:spLocks noGrp="1"/>
          </p:cNvSpPr>
          <p:nvPr>
            <p:ph type="body" sz="quarter" idx="38"/>
          </p:nvPr>
        </p:nvSpPr>
        <p:spPr>
          <a:xfrm>
            <a:off x="5971041" y="3530456"/>
            <a:ext cx="2399999" cy="484860"/>
          </a:xfrm>
        </p:spPr>
        <p:txBody>
          <a:bodyPr anchor="b">
            <a:noAutofit/>
          </a:bodyPr>
          <a:lstStyle>
            <a:lvl1pPr algn="ctr">
              <a:defRPr sz="1250" b="1"/>
            </a:lvl1pPr>
            <a:lvl2pPr>
              <a:defRPr sz="933" b="1"/>
            </a:lvl2pPr>
            <a:lvl3pPr>
              <a:defRPr sz="800" b="1"/>
            </a:lvl3pPr>
            <a:lvl4pPr>
              <a:defRPr sz="733" b="1"/>
            </a:lvl4pPr>
            <a:lvl5pPr>
              <a:defRPr sz="733" b="1"/>
            </a:lvl5pPr>
          </a:lstStyle>
          <a:p>
            <a:pPr lvl="0"/>
            <a:r>
              <a:rPr lang="en-US" dirty="0"/>
              <a:t>Click to edit Master text styles</a:t>
            </a:r>
          </a:p>
        </p:txBody>
      </p:sp>
      <p:sp>
        <p:nvSpPr>
          <p:cNvPr id="14" name="Chart Placeholder 22">
            <a:extLst>
              <a:ext uri="{FF2B5EF4-FFF2-40B4-BE49-F238E27FC236}">
                <a16:creationId xmlns:a16="http://schemas.microsoft.com/office/drawing/2014/main" id="{55CE330B-87B2-E709-8431-E977F2430003}"/>
              </a:ext>
            </a:extLst>
          </p:cNvPr>
          <p:cNvSpPr>
            <a:spLocks noGrp="1"/>
          </p:cNvSpPr>
          <p:nvPr>
            <p:ph type="chart" sz="quarter" idx="39"/>
          </p:nvPr>
        </p:nvSpPr>
        <p:spPr>
          <a:xfrm>
            <a:off x="6152148" y="1744717"/>
            <a:ext cx="2037784" cy="1684283"/>
          </a:xfrm>
        </p:spPr>
        <p:txBody>
          <a:bodyPr/>
          <a:lstStyle/>
          <a:p>
            <a:endParaRPr lang="en-US" dirty="0"/>
          </a:p>
        </p:txBody>
      </p:sp>
    </p:spTree>
    <p:extLst>
      <p:ext uri="{BB962C8B-B14F-4D97-AF65-F5344CB8AC3E}">
        <p14:creationId xmlns:p14="http://schemas.microsoft.com/office/powerpoint/2010/main" val="14928054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8A9BB-4EB7-026F-4816-EB928B5DD1D3}"/>
              </a:ext>
            </a:extLst>
          </p:cNvPr>
          <p:cNvSpPr>
            <a:spLocks noGrp="1"/>
          </p:cNvSpPr>
          <p:nvPr>
            <p:ph type="title"/>
          </p:nvPr>
        </p:nvSpPr>
        <p:spPr>
          <a:xfrm>
            <a:off x="599017" y="583764"/>
            <a:ext cx="10369550" cy="960000"/>
          </a:xfrm>
        </p:spPr>
        <p:txBody>
          <a:bodyPr anchor="t"/>
          <a:lstStyle/>
          <a:p>
            <a:r>
              <a:rPr lang="en-US" dirty="0"/>
              <a:t>Click to edit Master title style</a:t>
            </a:r>
            <a:endParaRPr lang="en-UZ" dirty="0"/>
          </a:p>
        </p:txBody>
      </p:sp>
      <p:sp>
        <p:nvSpPr>
          <p:cNvPr id="3" name="Footer Placeholder 2">
            <a:extLst>
              <a:ext uri="{FF2B5EF4-FFF2-40B4-BE49-F238E27FC236}">
                <a16:creationId xmlns:a16="http://schemas.microsoft.com/office/drawing/2014/main" id="{0B15F750-4EF6-B33F-4FD2-2D9576B1F34B}"/>
              </a:ext>
            </a:extLst>
          </p:cNvPr>
          <p:cNvSpPr>
            <a:spLocks noGrp="1"/>
          </p:cNvSpPr>
          <p:nvPr>
            <p:ph type="ftr" sz="quarter" idx="10"/>
          </p:nvPr>
        </p:nvSpPr>
        <p:spPr/>
        <p:txBody>
          <a:bodyPr/>
          <a:lstStyle/>
          <a:p>
            <a:r>
              <a:rPr lang="en-ID" dirty="0"/>
              <a:t>PRESENTATION TITLE</a:t>
            </a:r>
          </a:p>
        </p:txBody>
      </p:sp>
      <p:sp>
        <p:nvSpPr>
          <p:cNvPr id="4" name="Slide Number Placeholder 3">
            <a:extLst>
              <a:ext uri="{FF2B5EF4-FFF2-40B4-BE49-F238E27FC236}">
                <a16:creationId xmlns:a16="http://schemas.microsoft.com/office/drawing/2014/main" id="{0BB428C6-0B9B-0025-A8AE-3EE85EAAD742}"/>
              </a:ext>
            </a:extLst>
          </p:cNvPr>
          <p:cNvSpPr>
            <a:spLocks noGrp="1"/>
          </p:cNvSpPr>
          <p:nvPr>
            <p:ph type="sldNum" sz="quarter" idx="11"/>
          </p:nvPr>
        </p:nvSpPr>
        <p:spPr/>
        <p:txBody>
          <a:bodyPr/>
          <a:lstStyle/>
          <a:p>
            <a:fld id="{CF6F24BE-8BEB-403A-BDCC-38E201D0662D}" type="slidenum">
              <a:rPr lang="en-ID" smtClean="0"/>
              <a:pPr/>
              <a:t>‹#›</a:t>
            </a:fld>
            <a:endParaRPr lang="en-ID"/>
          </a:p>
        </p:txBody>
      </p:sp>
      <p:sp>
        <p:nvSpPr>
          <p:cNvPr id="6" name="Table Placeholder 5">
            <a:extLst>
              <a:ext uri="{FF2B5EF4-FFF2-40B4-BE49-F238E27FC236}">
                <a16:creationId xmlns:a16="http://schemas.microsoft.com/office/drawing/2014/main" id="{C73C4683-1814-6BFA-2362-08272BB995A4}"/>
              </a:ext>
            </a:extLst>
          </p:cNvPr>
          <p:cNvSpPr>
            <a:spLocks noGrp="1"/>
          </p:cNvSpPr>
          <p:nvPr>
            <p:ph type="tbl" sz="quarter" idx="12"/>
          </p:nvPr>
        </p:nvSpPr>
        <p:spPr>
          <a:xfrm>
            <a:off x="1184191" y="2398620"/>
            <a:ext cx="9199200" cy="3875617"/>
          </a:xfrm>
        </p:spPr>
        <p:txBody>
          <a:bodyPr/>
          <a:lstStyle/>
          <a:p>
            <a:endParaRPr lang="en-UZ"/>
          </a:p>
        </p:txBody>
      </p:sp>
      <p:sp>
        <p:nvSpPr>
          <p:cNvPr id="8" name="Text Placeholder 7">
            <a:extLst>
              <a:ext uri="{FF2B5EF4-FFF2-40B4-BE49-F238E27FC236}">
                <a16:creationId xmlns:a16="http://schemas.microsoft.com/office/drawing/2014/main" id="{3524791E-5C2D-05F7-7815-AE0E39BA947C}"/>
              </a:ext>
            </a:extLst>
          </p:cNvPr>
          <p:cNvSpPr>
            <a:spLocks noGrp="1"/>
          </p:cNvSpPr>
          <p:nvPr>
            <p:ph type="body" sz="quarter" idx="13"/>
          </p:nvPr>
        </p:nvSpPr>
        <p:spPr>
          <a:xfrm>
            <a:off x="1184358" y="1875366"/>
            <a:ext cx="9199033" cy="388800"/>
          </a:xfrm>
        </p:spPr>
        <p:txBody>
          <a:bodyPr anchor="b"/>
          <a:lstStyle/>
          <a:p>
            <a:pPr lvl="0"/>
            <a:r>
              <a:rPr lang="en-US" dirty="0"/>
              <a:t>Click to edit Master text styles</a:t>
            </a:r>
          </a:p>
        </p:txBody>
      </p:sp>
    </p:spTree>
    <p:extLst>
      <p:ext uri="{BB962C8B-B14F-4D97-AF65-F5344CB8AC3E}">
        <p14:creationId xmlns:p14="http://schemas.microsoft.com/office/powerpoint/2010/main" val="10506964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701C7-D54C-B4CE-4985-D871336E5E7E}"/>
              </a:ext>
            </a:extLst>
          </p:cNvPr>
          <p:cNvSpPr>
            <a:spLocks noGrp="1"/>
          </p:cNvSpPr>
          <p:nvPr>
            <p:ph type="title"/>
          </p:nvPr>
        </p:nvSpPr>
        <p:spPr/>
        <p:txBody>
          <a:bodyPr anchor="t"/>
          <a:lstStyle/>
          <a:p>
            <a:r>
              <a:rPr lang="en-US" dirty="0"/>
              <a:t>Click to edit Master title style</a:t>
            </a:r>
            <a:endParaRPr lang="en-UZ" dirty="0"/>
          </a:p>
        </p:txBody>
      </p:sp>
      <p:sp>
        <p:nvSpPr>
          <p:cNvPr id="3" name="Footer Placeholder 2">
            <a:extLst>
              <a:ext uri="{FF2B5EF4-FFF2-40B4-BE49-F238E27FC236}">
                <a16:creationId xmlns:a16="http://schemas.microsoft.com/office/drawing/2014/main" id="{207397F2-212D-3A9C-585D-F7362936EAC0}"/>
              </a:ext>
            </a:extLst>
          </p:cNvPr>
          <p:cNvSpPr>
            <a:spLocks noGrp="1"/>
          </p:cNvSpPr>
          <p:nvPr>
            <p:ph type="ftr" sz="quarter" idx="10"/>
          </p:nvPr>
        </p:nvSpPr>
        <p:spPr/>
        <p:txBody>
          <a:bodyPr/>
          <a:lstStyle/>
          <a:p>
            <a:r>
              <a:rPr lang="en-ID"/>
              <a:t>PRESENTATION TITLE</a:t>
            </a:r>
            <a:endParaRPr lang="en-ID" dirty="0"/>
          </a:p>
        </p:txBody>
      </p:sp>
      <p:sp>
        <p:nvSpPr>
          <p:cNvPr id="4" name="Slide Number Placeholder 3">
            <a:extLst>
              <a:ext uri="{FF2B5EF4-FFF2-40B4-BE49-F238E27FC236}">
                <a16:creationId xmlns:a16="http://schemas.microsoft.com/office/drawing/2014/main" id="{AD5C6FE0-5103-FAEE-F71B-5E68DD283BEA}"/>
              </a:ext>
            </a:extLst>
          </p:cNvPr>
          <p:cNvSpPr>
            <a:spLocks noGrp="1"/>
          </p:cNvSpPr>
          <p:nvPr>
            <p:ph type="sldNum" sz="quarter" idx="11"/>
          </p:nvPr>
        </p:nvSpPr>
        <p:spPr/>
        <p:txBody>
          <a:bodyPr/>
          <a:lstStyle/>
          <a:p>
            <a:fld id="{CF6F24BE-8BEB-403A-BDCC-38E201D0662D}" type="slidenum">
              <a:rPr lang="en-ID" smtClean="0"/>
              <a:pPr/>
              <a:t>‹#›</a:t>
            </a:fld>
            <a:endParaRPr lang="en-ID"/>
          </a:p>
        </p:txBody>
      </p:sp>
    </p:spTree>
    <p:extLst>
      <p:ext uri="{BB962C8B-B14F-4D97-AF65-F5344CB8AC3E}">
        <p14:creationId xmlns:p14="http://schemas.microsoft.com/office/powerpoint/2010/main" val="41821095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ED2E36-BADF-8412-F354-96F2041DC9D9}"/>
              </a:ext>
            </a:extLst>
          </p:cNvPr>
          <p:cNvSpPr>
            <a:spLocks noGrp="1"/>
          </p:cNvSpPr>
          <p:nvPr>
            <p:ph type="ftr" sz="quarter" idx="10"/>
          </p:nvPr>
        </p:nvSpPr>
        <p:spPr/>
        <p:txBody>
          <a:bodyPr/>
          <a:lstStyle/>
          <a:p>
            <a:r>
              <a:rPr lang="en-ID"/>
              <a:t>PRESENTATION TITLE</a:t>
            </a:r>
            <a:endParaRPr lang="en-ID" dirty="0"/>
          </a:p>
        </p:txBody>
      </p:sp>
      <p:sp>
        <p:nvSpPr>
          <p:cNvPr id="4" name="Slide Number Placeholder 3">
            <a:extLst>
              <a:ext uri="{FF2B5EF4-FFF2-40B4-BE49-F238E27FC236}">
                <a16:creationId xmlns:a16="http://schemas.microsoft.com/office/drawing/2014/main" id="{E9A1D5FD-C837-C92F-8E5D-69F199301246}"/>
              </a:ext>
            </a:extLst>
          </p:cNvPr>
          <p:cNvSpPr>
            <a:spLocks noGrp="1"/>
          </p:cNvSpPr>
          <p:nvPr>
            <p:ph type="sldNum" sz="quarter" idx="11"/>
          </p:nvPr>
        </p:nvSpPr>
        <p:spPr/>
        <p:txBody>
          <a:bodyPr/>
          <a:lstStyle/>
          <a:p>
            <a:fld id="{CF6F24BE-8BEB-403A-BDCC-38E201D0662D}" type="slidenum">
              <a:rPr lang="en-ID" smtClean="0"/>
              <a:pPr/>
              <a:t>‹#›</a:t>
            </a:fld>
            <a:endParaRPr lang="en-ID"/>
          </a:p>
        </p:txBody>
      </p:sp>
    </p:spTree>
    <p:extLst>
      <p:ext uri="{BB962C8B-B14F-4D97-AF65-F5344CB8AC3E}">
        <p14:creationId xmlns:p14="http://schemas.microsoft.com/office/powerpoint/2010/main" val="37058900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0" y="0"/>
            <a:ext cx="1066667" cy="400000"/>
          </a:xfrm>
          <a:prstGeom prst="rect">
            <a:avLst/>
          </a:prstGeom>
          <a:extLst>
            <a:ext uri="{C572A759-6A51-4108-AA02-DFA0A04FC94B}">
              <ma14:wrappingTextBoxFlag xmlns="" xmlns:ma14="http://schemas.microsoft.com/office/mac/drawingml/2011/main" val="0"/>
            </a:ext>
          </a:extLst>
        </p:spPr>
        <p:txBody>
          <a:bodyPr/>
          <a:lstStyle>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2487282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B62827-57B0-562C-C601-7781D51C7C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091147-2BF4-9C5A-6EA2-5F9D8E8988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F61695-826F-0519-A0E3-2BE892FDB3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6395D-4A9E-4F3C-8C62-13F37B6801D8}" type="datetimeFigureOut">
              <a:rPr lang="en-IN" smtClean="0"/>
              <a:t>25-11-2024</a:t>
            </a:fld>
            <a:endParaRPr lang="en-IN"/>
          </a:p>
        </p:txBody>
      </p:sp>
      <p:sp>
        <p:nvSpPr>
          <p:cNvPr id="5" name="Footer Placeholder 4">
            <a:extLst>
              <a:ext uri="{FF2B5EF4-FFF2-40B4-BE49-F238E27FC236}">
                <a16:creationId xmlns:a16="http://schemas.microsoft.com/office/drawing/2014/main" id="{198C4B36-CA98-8616-4C76-9AB6EA2F30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8EBDADF-2360-E9F5-48F7-D5CB59E249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AED623-39E9-45A2-9C1A-F2C3EF1D21E9}" type="slidenum">
              <a:rPr lang="en-IN" smtClean="0"/>
              <a:t>‹#›</a:t>
            </a:fld>
            <a:endParaRPr lang="en-IN"/>
          </a:p>
        </p:txBody>
      </p:sp>
    </p:spTree>
    <p:extLst>
      <p:ext uri="{BB962C8B-B14F-4D97-AF65-F5344CB8AC3E}">
        <p14:creationId xmlns:p14="http://schemas.microsoft.com/office/powerpoint/2010/main" val="1109931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1A7B8A4-ABCC-D9A5-163D-95AADEB96E20}"/>
              </a:ext>
            </a:extLst>
          </p:cNvPr>
          <p:cNvSpPr/>
          <p:nvPr userDrawn="1"/>
        </p:nvSpPr>
        <p:spPr>
          <a:xfrm>
            <a:off x="11582400" y="0"/>
            <a:ext cx="6096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200"/>
          </a:p>
        </p:txBody>
      </p:sp>
      <p:sp>
        <p:nvSpPr>
          <p:cNvPr id="2" name="Title Placeholder 1"/>
          <p:cNvSpPr>
            <a:spLocks noGrp="1"/>
          </p:cNvSpPr>
          <p:nvPr>
            <p:ph type="title"/>
          </p:nvPr>
        </p:nvSpPr>
        <p:spPr>
          <a:xfrm>
            <a:off x="599017" y="583764"/>
            <a:ext cx="10369550" cy="9600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99017" y="1991065"/>
            <a:ext cx="10369550" cy="42831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rot="16200000">
            <a:off x="9829799" y="2011362"/>
            <a:ext cx="4114800" cy="365125"/>
          </a:xfrm>
          <a:prstGeom prst="rect">
            <a:avLst/>
          </a:prstGeom>
        </p:spPr>
        <p:txBody>
          <a:bodyPr vert="horz" lIns="91440" tIns="45720" rIns="91440" bIns="45720" rtlCol="0" anchor="ctr"/>
          <a:lstStyle>
            <a:lvl1pPr algn="r">
              <a:defRPr sz="1400" b="1">
                <a:solidFill>
                  <a:schemeClr val="bg1"/>
                </a:solidFill>
              </a:defRPr>
            </a:lvl1pPr>
          </a:lstStyle>
          <a:p>
            <a:r>
              <a:rPr lang="en-ID" dirty="0"/>
              <a:t>PRESENTATION TITLE</a:t>
            </a:r>
          </a:p>
        </p:txBody>
      </p:sp>
      <p:sp>
        <p:nvSpPr>
          <p:cNvPr id="6" name="Slide Number Placeholder 5"/>
          <p:cNvSpPr>
            <a:spLocks noGrp="1"/>
          </p:cNvSpPr>
          <p:nvPr>
            <p:ph type="sldNum" sz="quarter" idx="4"/>
          </p:nvPr>
        </p:nvSpPr>
        <p:spPr>
          <a:xfrm>
            <a:off x="11582399" y="6356351"/>
            <a:ext cx="609600" cy="365125"/>
          </a:xfrm>
          <a:prstGeom prst="rect">
            <a:avLst/>
          </a:prstGeom>
        </p:spPr>
        <p:txBody>
          <a:bodyPr vert="horz" lIns="91440" tIns="45720" rIns="91440" bIns="45720" rtlCol="0" anchor="ctr"/>
          <a:lstStyle>
            <a:lvl1pPr algn="ctr">
              <a:defRPr sz="1210" b="1">
                <a:solidFill>
                  <a:schemeClr val="bg1"/>
                </a:solidFill>
              </a:defRPr>
            </a:lvl1pPr>
          </a:lstStyle>
          <a:p>
            <a:fld id="{CF6F24BE-8BEB-403A-BDCC-38E201D0662D}" type="slidenum">
              <a:rPr lang="en-ID" smtClean="0"/>
              <a:pPr/>
              <a:t>‹#›</a:t>
            </a:fld>
            <a:endParaRPr lang="en-ID" dirty="0"/>
          </a:p>
        </p:txBody>
      </p:sp>
    </p:spTree>
    <p:extLst>
      <p:ext uri="{BB962C8B-B14F-4D97-AF65-F5344CB8AC3E}">
        <p14:creationId xmlns:p14="http://schemas.microsoft.com/office/powerpoint/2010/main" val="414385007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Lst>
  <p:hf hdr="0" dt="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46" rtl="0" eaLnBrk="1" latinLnBrk="0" hangingPunct="1">
        <a:lnSpc>
          <a:spcPct val="130000"/>
        </a:lnSpc>
        <a:spcBef>
          <a:spcPts val="1000"/>
        </a:spcBef>
        <a:buFont typeface="Arial" panose="020B0604020202020204" pitchFamily="34" charset="0"/>
        <a:buNone/>
        <a:defRPr sz="1200" kern="1200">
          <a:solidFill>
            <a:schemeClr val="tx1">
              <a:lumMod val="85000"/>
              <a:lumOff val="15000"/>
            </a:schemeClr>
          </a:solidFill>
          <a:latin typeface="+mn-lt"/>
          <a:ea typeface="+mn-ea"/>
          <a:cs typeface="+mn-cs"/>
        </a:defRPr>
      </a:lvl1pPr>
      <a:lvl2pPr marL="457223" indent="0" algn="l" defTabSz="914446" rtl="0" eaLnBrk="1" latinLnBrk="0" hangingPunct="1">
        <a:lnSpc>
          <a:spcPct val="130000"/>
        </a:lnSpc>
        <a:spcBef>
          <a:spcPts val="500"/>
        </a:spcBef>
        <a:buFont typeface="Arial" panose="020B0604020202020204" pitchFamily="34" charset="0"/>
        <a:buNone/>
        <a:defRPr sz="933" kern="1200">
          <a:solidFill>
            <a:schemeClr val="tx1">
              <a:lumMod val="85000"/>
              <a:lumOff val="15000"/>
            </a:schemeClr>
          </a:solidFill>
          <a:latin typeface="+mn-lt"/>
          <a:ea typeface="+mn-ea"/>
          <a:cs typeface="+mn-cs"/>
        </a:defRPr>
      </a:lvl2pPr>
      <a:lvl3pPr marL="914446" indent="0" algn="l" defTabSz="914446" rtl="0" eaLnBrk="1" latinLnBrk="0" hangingPunct="1">
        <a:lnSpc>
          <a:spcPct val="130000"/>
        </a:lnSpc>
        <a:spcBef>
          <a:spcPts val="500"/>
        </a:spcBef>
        <a:buFont typeface="Arial" panose="020B0604020202020204" pitchFamily="34" charset="0"/>
        <a:buNone/>
        <a:defRPr sz="800" kern="1200">
          <a:solidFill>
            <a:schemeClr val="tx1">
              <a:lumMod val="85000"/>
              <a:lumOff val="15000"/>
            </a:schemeClr>
          </a:solidFill>
          <a:latin typeface="+mn-lt"/>
          <a:ea typeface="+mn-ea"/>
          <a:cs typeface="+mn-cs"/>
        </a:defRPr>
      </a:lvl3pPr>
      <a:lvl4pPr marL="1371669" indent="0" algn="l" defTabSz="914446" rtl="0" eaLnBrk="1" latinLnBrk="0" hangingPunct="1">
        <a:lnSpc>
          <a:spcPct val="130000"/>
        </a:lnSpc>
        <a:spcBef>
          <a:spcPts val="500"/>
        </a:spcBef>
        <a:buFont typeface="Arial" panose="020B0604020202020204" pitchFamily="34" charset="0"/>
        <a:buNone/>
        <a:defRPr sz="733" kern="1200">
          <a:solidFill>
            <a:schemeClr val="tx1">
              <a:lumMod val="85000"/>
              <a:lumOff val="15000"/>
            </a:schemeClr>
          </a:solidFill>
          <a:latin typeface="+mn-lt"/>
          <a:ea typeface="+mn-ea"/>
          <a:cs typeface="+mn-cs"/>
        </a:defRPr>
      </a:lvl4pPr>
      <a:lvl5pPr marL="1828891" indent="0" algn="l" defTabSz="914446" rtl="0" eaLnBrk="1" latinLnBrk="0" hangingPunct="1">
        <a:lnSpc>
          <a:spcPct val="130000"/>
        </a:lnSpc>
        <a:spcBef>
          <a:spcPts val="500"/>
        </a:spcBef>
        <a:buFont typeface="Arial" panose="020B0604020202020204" pitchFamily="34" charset="0"/>
        <a:buNone/>
        <a:defRPr sz="733" kern="1200">
          <a:solidFill>
            <a:schemeClr val="tx1">
              <a:lumMod val="85000"/>
              <a:lumOff val="15000"/>
            </a:schemeClr>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465">
          <p15:clr>
            <a:srgbClr val="F26B43"/>
          </p15:clr>
        </p15:guide>
        <p15:guide id="2" orient="horz" pos="3240">
          <p15:clr>
            <a:srgbClr val="F26B43"/>
          </p15:clr>
        </p15:guide>
        <p15:guide id="3" pos="10364">
          <p15:clr>
            <a:srgbClr val="F26B43"/>
          </p15:clr>
        </p15:guide>
        <p15:guide id="4" pos="54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EDC587-F10B-50CB-7BC4-8A25EAC71F87}"/>
              </a:ext>
            </a:extLst>
          </p:cNvPr>
          <p:cNvSpPr>
            <a:spLocks noGrp="1"/>
          </p:cNvSpPr>
          <p:nvPr>
            <p:ph type="ctrTitle"/>
          </p:nvPr>
        </p:nvSpPr>
        <p:spPr>
          <a:xfrm>
            <a:off x="587064" y="4078615"/>
            <a:ext cx="8960219" cy="2253107"/>
          </a:xfrm>
        </p:spPr>
        <p:txBody>
          <a:bodyPr anchor="t" anchorCtr="0">
            <a:normAutofit/>
          </a:bodyPr>
          <a:lstStyle/>
          <a:p>
            <a:r>
              <a:rPr lang="en-GB" sz="7500"/>
              <a:t>THE SOLAR SYSTEM</a:t>
            </a:r>
            <a:endParaRPr lang="en-GB" sz="7500" dirty="0"/>
          </a:p>
        </p:txBody>
      </p:sp>
      <p:sp>
        <p:nvSpPr>
          <p:cNvPr id="3" name="Footer Placeholder 2">
            <a:extLst>
              <a:ext uri="{FF2B5EF4-FFF2-40B4-BE49-F238E27FC236}">
                <a16:creationId xmlns:a16="http://schemas.microsoft.com/office/drawing/2014/main" id="{EFAE6FB3-C75C-CB81-E565-57409D710736}"/>
              </a:ext>
            </a:extLst>
          </p:cNvPr>
          <p:cNvSpPr>
            <a:spLocks noGrp="1"/>
          </p:cNvSpPr>
          <p:nvPr>
            <p:ph type="ftr" sz="quarter" idx="11"/>
          </p:nvPr>
        </p:nvSpPr>
        <p:spPr/>
        <p:txBody>
          <a:bodyPr/>
          <a:lstStyle/>
          <a:p>
            <a:r>
              <a:rPr lang="en-ID"/>
              <a:t>THE SOLAR SYSTEM</a:t>
            </a:r>
            <a:endParaRPr lang="en-ID" dirty="0"/>
          </a:p>
        </p:txBody>
      </p:sp>
      <p:sp>
        <p:nvSpPr>
          <p:cNvPr id="7" name="Text Placeholder 6">
            <a:extLst>
              <a:ext uri="{FF2B5EF4-FFF2-40B4-BE49-F238E27FC236}">
                <a16:creationId xmlns:a16="http://schemas.microsoft.com/office/drawing/2014/main" id="{0B66EC97-5F7F-F0A9-08D2-20C3527FB689}"/>
              </a:ext>
            </a:extLst>
          </p:cNvPr>
          <p:cNvSpPr>
            <a:spLocks noGrp="1"/>
          </p:cNvSpPr>
          <p:nvPr>
            <p:ph type="body" sz="quarter" idx="12"/>
          </p:nvPr>
        </p:nvSpPr>
        <p:spPr/>
        <p:txBody>
          <a:bodyPr/>
          <a:lstStyle/>
          <a:p>
            <a:r>
              <a:rPr lang="en-US"/>
              <a:t>NAME: YOUR NAME
DATE: NOVEMBER - 2024</a:t>
            </a:r>
            <a:endParaRPr lang="en-GB"/>
          </a:p>
        </p:txBody>
      </p:sp>
      <p:cxnSp>
        <p:nvCxnSpPr>
          <p:cNvPr id="6" name="Straight Connector 5">
            <a:extLst>
              <a:ext uri="{FF2B5EF4-FFF2-40B4-BE49-F238E27FC236}">
                <a16:creationId xmlns:a16="http://schemas.microsoft.com/office/drawing/2014/main" id="{5CE0C2E3-CA8C-11A5-4187-F0CF961435E7}"/>
              </a:ext>
            </a:extLst>
          </p:cNvPr>
          <p:cNvCxnSpPr>
            <a:cxnSpLocks/>
          </p:cNvCxnSpPr>
          <p:nvPr/>
        </p:nvCxnSpPr>
        <p:spPr>
          <a:xfrm>
            <a:off x="694583" y="3947073"/>
            <a:ext cx="1495047"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646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3F8E4-2901-7865-E030-5C27E6DFC0A9}"/>
              </a:ext>
            </a:extLst>
          </p:cNvPr>
          <p:cNvSpPr>
            <a:spLocks noGrp="1"/>
          </p:cNvSpPr>
          <p:nvPr>
            <p:ph type="title"/>
          </p:nvPr>
        </p:nvSpPr>
        <p:spPr/>
        <p:txBody>
          <a:bodyPr/>
          <a:lstStyle/>
          <a:p>
            <a:r>
              <a:rPr lang="en-IN"/>
              <a:t>SOLAR SYSTEM OVERVIEW</a:t>
            </a:r>
          </a:p>
        </p:txBody>
      </p:sp>
      <p:sp>
        <p:nvSpPr>
          <p:cNvPr id="3" name="Footer Placeholder 2">
            <a:extLst>
              <a:ext uri="{FF2B5EF4-FFF2-40B4-BE49-F238E27FC236}">
                <a16:creationId xmlns:a16="http://schemas.microsoft.com/office/drawing/2014/main" id="{CB2FE270-11A9-BEB8-4018-DEAC4DB0FAB7}"/>
              </a:ext>
            </a:extLst>
          </p:cNvPr>
          <p:cNvSpPr>
            <a:spLocks noGrp="1"/>
          </p:cNvSpPr>
          <p:nvPr>
            <p:ph type="ftr" sz="quarter" idx="10"/>
          </p:nvPr>
        </p:nvSpPr>
        <p:spPr/>
        <p:txBody>
          <a:bodyPr/>
          <a:lstStyle/>
          <a:p>
            <a:r>
              <a:rPr lang="en-ID"/>
              <a:t>THE SOLAR SYSTEM</a:t>
            </a:r>
            <a:endParaRPr lang="en-ID" dirty="0"/>
          </a:p>
        </p:txBody>
      </p:sp>
      <p:sp>
        <p:nvSpPr>
          <p:cNvPr id="4" name="Slide Number Placeholder 3">
            <a:extLst>
              <a:ext uri="{FF2B5EF4-FFF2-40B4-BE49-F238E27FC236}">
                <a16:creationId xmlns:a16="http://schemas.microsoft.com/office/drawing/2014/main" id="{95EDD506-EA1B-87A3-EB3B-84B050AB8858}"/>
              </a:ext>
            </a:extLst>
          </p:cNvPr>
          <p:cNvSpPr>
            <a:spLocks noGrp="1"/>
          </p:cNvSpPr>
          <p:nvPr>
            <p:ph type="sldNum" sz="quarter" idx="11"/>
          </p:nvPr>
        </p:nvSpPr>
        <p:spPr/>
        <p:txBody>
          <a:bodyPr/>
          <a:lstStyle/>
          <a:p>
            <a:fld id="{CF6F24BE-8BEB-403A-BDCC-38E201D0662D}" type="slidenum">
              <a:rPr lang="en-ID" smtClean="0"/>
              <a:pPr/>
              <a:t>2</a:t>
            </a:fld>
            <a:endParaRPr lang="en-ID" dirty="0"/>
          </a:p>
        </p:txBody>
      </p:sp>
      <p:pic>
        <p:nvPicPr>
          <p:cNvPr id="8" name="Picture Placeholder 7">
            <a:extLst>
              <a:ext uri="{FF2B5EF4-FFF2-40B4-BE49-F238E27FC236}">
                <a16:creationId xmlns:a16="http://schemas.microsoft.com/office/drawing/2014/main" id="{806D0926-A37C-5561-BA53-4EC424ADA671}"/>
              </a:ext>
            </a:extLst>
          </p:cNvPr>
          <p:cNvPicPr>
            <a:picLocks noGrp="1" noChangeAspect="1"/>
          </p:cNvPicPr>
          <p:nvPr>
            <p:ph type="pic" sz="quarter" idx="12"/>
          </p:nvPr>
        </p:nvPicPr>
        <p:blipFill>
          <a:blip r:embed="rId2"/>
          <a:srcRect t="3216" b="3216"/>
          <a:stretch>
            <a:fillRect/>
          </a:stretch>
        </p:blipFill>
        <p:spPr/>
      </p:pic>
      <p:sp>
        <p:nvSpPr>
          <p:cNvPr id="6" name="Text Placeholder 5">
            <a:extLst>
              <a:ext uri="{FF2B5EF4-FFF2-40B4-BE49-F238E27FC236}">
                <a16:creationId xmlns:a16="http://schemas.microsoft.com/office/drawing/2014/main" id="{D45FF108-F88E-2C57-EFD3-C5682DACADD8}"/>
              </a:ext>
            </a:extLst>
          </p:cNvPr>
          <p:cNvSpPr>
            <a:spLocks noGrp="1"/>
          </p:cNvSpPr>
          <p:nvPr>
            <p:ph type="body" sz="quarter" idx="13"/>
          </p:nvPr>
        </p:nvSpPr>
        <p:spPr/>
        <p:txBody>
          <a:bodyPr/>
          <a:lstStyle/>
          <a:p>
            <a:r>
              <a:rPr lang="en-US"/>
              <a:t>The Solar System consists of the Sun and various celestial objects that orbit it, including eight major planets, dwarf planets, asteroids, comets, and the heliosphere. The terrestrial planets are Mercury, Venus, Earth, and Mars, while Jupiter and Saturn are gas giants. Uranus and Neptune are classified as ice giants. Each object plays a crucial role in understanding the dynamics and history of the Solar System.</a:t>
            </a:r>
            <a:endParaRPr lang="en-IN"/>
          </a:p>
        </p:txBody>
      </p:sp>
      <p:sp>
        <p:nvSpPr>
          <p:cNvPr id="7" name="Text Placeholder 6">
            <a:extLst>
              <a:ext uri="{FF2B5EF4-FFF2-40B4-BE49-F238E27FC236}">
                <a16:creationId xmlns:a16="http://schemas.microsoft.com/office/drawing/2014/main" id="{9B250505-D609-9A88-84E4-1ACF1A7E75EB}"/>
              </a:ext>
            </a:extLst>
          </p:cNvPr>
          <p:cNvSpPr>
            <a:spLocks noGrp="1"/>
          </p:cNvSpPr>
          <p:nvPr>
            <p:ph type="body" sz="quarter" idx="17"/>
          </p:nvPr>
        </p:nvSpPr>
        <p:spPr/>
        <p:txBody>
          <a:bodyPr/>
          <a:lstStyle/>
          <a:p>
            <a:r>
              <a:rPr lang="en-US"/>
              <a:t>KEY FEATURES OF THE SOLAR SYSTEM</a:t>
            </a:r>
            <a:endParaRPr lang="en-IN"/>
          </a:p>
        </p:txBody>
      </p:sp>
    </p:spTree>
    <p:extLst>
      <p:ext uri="{BB962C8B-B14F-4D97-AF65-F5344CB8AC3E}">
        <p14:creationId xmlns:p14="http://schemas.microsoft.com/office/powerpoint/2010/main" val="90171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graphicFrame>
        <p:nvGraphicFramePr>
          <p:cNvPr id="2" name="Table 0"/>
          <p:cNvGraphicFramePr>
            <a:graphicFrameLocks noGrp="1"/>
          </p:cNvGraphicFramePr>
          <p:nvPr/>
        </p:nvGraphicFramePr>
        <p:xfrm>
          <a:off x="646176" y="3291840"/>
          <a:ext cx="10363200" cy="2438400"/>
        </p:xfrm>
        <a:graphic>
          <a:graphicData uri="http://schemas.openxmlformats.org/drawingml/2006/table">
            <a:tbl>
              <a:tblPr/>
              <a:tblGrid>
                <a:gridCol w="3454400">
                  <a:extLst>
                    <a:ext uri="{9D8B030D-6E8A-4147-A177-3AD203B41FA5}">
                      <a16:colId xmlns:a16="http://schemas.microsoft.com/office/drawing/2014/main" val="20000"/>
                    </a:ext>
                  </a:extLst>
                </a:gridCol>
                <a:gridCol w="3454400">
                  <a:extLst>
                    <a:ext uri="{9D8B030D-6E8A-4147-A177-3AD203B41FA5}">
                      <a16:colId xmlns:a16="http://schemas.microsoft.com/office/drawing/2014/main" val="20001"/>
                    </a:ext>
                  </a:extLst>
                </a:gridCol>
                <a:gridCol w="3454400">
                  <a:extLst>
                    <a:ext uri="{9D8B030D-6E8A-4147-A177-3AD203B41FA5}">
                      <a16:colId xmlns:a16="http://schemas.microsoft.com/office/drawing/2014/main" val="20002"/>
                    </a:ext>
                  </a:extLst>
                </a:gridCol>
              </a:tblGrid>
              <a:tr h="359664">
                <a:tc>
                  <a:txBody>
                    <a:bodyPr/>
                    <a:lstStyle/>
                    <a:p>
                      <a:pPr marL="0" indent="0">
                        <a:buNone/>
                      </a:pPr>
                      <a:r>
                        <a:rPr lang="en-US" sz="1400" b="1" dirty="0">
                          <a:solidFill>
                            <a:srgbClr val="000000"/>
                          </a:solidFill>
                          <a:latin typeface="Open Sans" pitchFamily="34" charset="0"/>
                          <a:ea typeface="Open Sans" pitchFamily="34" charset="-122"/>
                          <a:cs typeface="Open Sans" pitchFamily="34" charset="-120"/>
                        </a:rPr>
                        <a:t>CONCEPT</a:t>
                      </a:r>
                      <a:endParaRPr lang="en-US" sz="1400" dirty="0">
                        <a:latin typeface="Open Sans" charset="0"/>
                        <a:ea typeface="Open Sans" charset="0"/>
                        <a:cs typeface="Open Sans" charset="0"/>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0" cap="flat" cmpd="sng" algn="ctr">
                      <a:solidFill>
                        <a:srgbClr val="66666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b="1" dirty="0">
                          <a:solidFill>
                            <a:srgbClr val="000000"/>
                          </a:solidFill>
                          <a:latin typeface="Open Sans" pitchFamily="34" charset="0"/>
                          <a:ea typeface="Open Sans" pitchFamily="34" charset="-122"/>
                          <a:cs typeface="Open Sans" pitchFamily="34" charset="-120"/>
                        </a:rPr>
                        <a:t>DESCRIPTION</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0" cap="flat" cmpd="sng" algn="ctr">
                      <a:solidFill>
                        <a:srgbClr val="66666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b="1" dirty="0">
                          <a:solidFill>
                            <a:srgbClr val="000000"/>
                          </a:solidFill>
                          <a:latin typeface="Open Sans" pitchFamily="34" charset="0"/>
                          <a:ea typeface="Open Sans" pitchFamily="34" charset="-122"/>
                          <a:cs typeface="Open Sans" pitchFamily="34" charset="-120"/>
                        </a:rPr>
                        <a:t>SIGNIFICANCE</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0" cap="flat" cmpd="sng" algn="ctr">
                      <a:solidFill>
                        <a:srgbClr val="66666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0"/>
                  </a:ext>
                </a:extLst>
              </a:tr>
              <a:tr h="573024">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The Big Bang</a:t>
                      </a:r>
                      <a:endParaRPr lang="en-US" sz="1400" dirty="0">
                        <a:latin typeface="Open Sans" charset="0"/>
                        <a:ea typeface="Open Sans" charset="0"/>
                        <a:cs typeface="Open Sans" charset="0"/>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Universe began from a hot, dense state.</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Explains the origin of the universe.</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1"/>
                  </a:ext>
                </a:extLst>
              </a:tr>
              <a:tr h="359664">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Dark Energy</a:t>
                      </a:r>
                      <a:endParaRPr lang="en-US" sz="1400" dirty="0">
                        <a:latin typeface="Open Sans" charset="0"/>
                        <a:ea typeface="Open Sans" charset="0"/>
                        <a:cs typeface="Open Sans" charset="0"/>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Energy causing cosmic acceleration.</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Makes up about 68% of the universe.</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2"/>
                  </a:ext>
                </a:extLst>
              </a:tr>
              <a:tr h="573024">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Dark Matter</a:t>
                      </a:r>
                      <a:endParaRPr lang="en-US" sz="1400" dirty="0">
                        <a:latin typeface="Open Sans" charset="0"/>
                        <a:ea typeface="Open Sans" charset="0"/>
                        <a:cs typeface="Open Sans" charset="0"/>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Invisible matter affecting gravity.</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Comprises approximately 27% of the universe.</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12700" cap="flat" cmpd="sng" algn="ctr">
                      <a:solidFill>
                        <a:srgbClr val="A6A6A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3"/>
                  </a:ext>
                </a:extLst>
              </a:tr>
              <a:tr h="573024">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Cosmological Redshift</a:t>
                      </a:r>
                      <a:endParaRPr lang="en-US" sz="1400" dirty="0">
                        <a:latin typeface="Open Sans" charset="0"/>
                        <a:ea typeface="Open Sans" charset="0"/>
                        <a:cs typeface="Open Sans" charset="0"/>
                      </a:endParaRPr>
                    </a:p>
                  </a:txBody>
                  <a:tcPr marL="73152" marR="73152" marT="73152" marB="73152" anchor="ctr">
                    <a:lnL w="0" cap="flat" cmpd="sng" algn="ctr">
                      <a:solidFill>
                        <a:srgbClr val="66666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0" cap="flat" cmpd="sng" algn="ctr">
                      <a:solidFill>
                        <a:srgbClr val="66666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Phenomenon indicating universe expansion.</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12700" cap="flat" cmpd="sng" algn="ctr">
                      <a:solidFill>
                        <a:srgbClr val="A6A6A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0" cap="flat" cmpd="sng" algn="ctr">
                      <a:solidFill>
                        <a:srgbClr val="666666"/>
                      </a:solidFill>
                      <a:prstDash val="sysDash"/>
                      <a:round/>
                      <a:headEnd type="none" w="med" len="med"/>
                      <a:tailEnd type="none" w="med" len="med"/>
                    </a:lnB>
                    <a:solidFill>
                      <a:srgbClr val="BFBFBF">
                        <a:alpha val="0"/>
                      </a:srgbClr>
                    </a:solidFill>
                  </a:tcPr>
                </a:tc>
                <a:tc>
                  <a:txBody>
                    <a:bodyPr/>
                    <a:lstStyle/>
                    <a:p>
                      <a:pPr marL="0" indent="0">
                        <a:buNone/>
                      </a:pPr>
                      <a:r>
                        <a:rPr lang="en-US" sz="1400" dirty="0">
                          <a:solidFill>
                            <a:srgbClr val="232220"/>
                          </a:solidFill>
                          <a:latin typeface="Open Sans" pitchFamily="34" charset="0"/>
                          <a:ea typeface="Open Sans" pitchFamily="34" charset="-122"/>
                          <a:cs typeface="Open Sans" pitchFamily="34" charset="-120"/>
                        </a:rPr>
                        <a:t>Supports the Big Bang theory.</a:t>
                      </a:r>
                      <a:endParaRPr lang="en-US" sz="1400" dirty="0">
                        <a:latin typeface="Open Sans" charset="0"/>
                        <a:ea typeface="Open Sans" charset="0"/>
                        <a:cs typeface="Open Sans" charset="0"/>
                      </a:endParaRPr>
                    </a:p>
                  </a:txBody>
                  <a:tcPr marL="73152" marR="73152" marT="73152" marB="73152" anchor="ctr">
                    <a:lnL w="12700" cap="flat" cmpd="sng" algn="ctr">
                      <a:solidFill>
                        <a:srgbClr val="A6A6A6"/>
                      </a:solidFill>
                      <a:prstDash val="sysDash"/>
                      <a:round/>
                      <a:headEnd type="none" w="med" len="med"/>
                      <a:tailEnd type="none" w="med" len="med"/>
                    </a:lnL>
                    <a:lnR w="0" cap="flat" cmpd="sng" algn="ctr">
                      <a:solidFill>
                        <a:srgbClr val="666666"/>
                      </a:solidFill>
                      <a:prstDash val="sysDash"/>
                      <a:round/>
                      <a:headEnd type="none" w="med" len="med"/>
                      <a:tailEnd type="none" w="med" len="med"/>
                    </a:lnR>
                    <a:lnT w="12700" cap="flat" cmpd="sng" algn="ctr">
                      <a:solidFill>
                        <a:srgbClr val="A6A6A6"/>
                      </a:solidFill>
                      <a:prstDash val="sysDash"/>
                      <a:round/>
                      <a:headEnd type="none" w="med" len="med"/>
                      <a:tailEnd type="none" w="med" len="med"/>
                    </a:lnT>
                    <a:lnB w="0" cap="flat" cmpd="sng" algn="ctr">
                      <a:solidFill>
                        <a:srgbClr val="666666"/>
                      </a:solidFill>
                      <a:prstDash val="sysDash"/>
                      <a:round/>
                      <a:headEnd type="none" w="med" len="med"/>
                      <a:tailEnd type="none" w="med" len="med"/>
                    </a:lnB>
                    <a:solidFill>
                      <a:srgbClr val="BFBFBF">
                        <a:alpha val="0"/>
                      </a:srgbClr>
                    </a:solidFill>
                  </a:tcPr>
                </a:tc>
                <a:extLst>
                  <a:ext uri="{0D108BD9-81ED-4DB2-BD59-A6C34878D82A}">
                    <a16:rowId xmlns:a16="http://schemas.microsoft.com/office/drawing/2014/main" val="10004"/>
                  </a:ext>
                </a:extLst>
              </a:tr>
            </a:tbl>
          </a:graphicData>
        </a:graphic>
      </p:graphicFrame>
      <p:sp>
        <p:nvSpPr>
          <p:cNvPr id="3" name="Text 0"/>
          <p:cNvSpPr/>
          <p:nvPr/>
        </p:nvSpPr>
        <p:spPr>
          <a:xfrm>
            <a:off x="596900" y="571500"/>
            <a:ext cx="10363200" cy="952500"/>
          </a:xfrm>
          <a:prstGeom prst="rect">
            <a:avLst/>
          </a:prstGeom>
          <a:noFill/>
          <a:ln/>
        </p:spPr>
        <p:txBody>
          <a:bodyPr wrap="square" rtlCol="0" anchor="t" anchorCtr="0"/>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400" dirty="0">
                <a:latin typeface="Montserrat ExtraBold"/>
              </a:rPr>
              <a:t>COSMOLOGY</a:t>
            </a:r>
          </a:p>
        </p:txBody>
      </p:sp>
      <p:sp>
        <p:nvSpPr>
          <p:cNvPr id="4" name="Shape 1"/>
          <p:cNvSpPr/>
          <p:nvPr/>
        </p:nvSpPr>
        <p:spPr>
          <a:xfrm>
            <a:off x="1219200" y="1219200"/>
            <a:ext cx="1219200" cy="1219200"/>
          </a:xfrm>
          <a:prstGeom prst="line">
            <a:avLst/>
          </a:prstGeom>
          <a:noFill/>
          <a:ln/>
        </p:spPr>
      </p:sp>
      <p:sp>
        <p:nvSpPr>
          <p:cNvPr id="5" name="Text 2"/>
          <p:cNvSpPr/>
          <p:nvPr/>
        </p:nvSpPr>
        <p:spPr>
          <a:xfrm>
            <a:off x="660400" y="1574800"/>
            <a:ext cx="6032500" cy="78740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a:latin typeface="Open Sans"/>
                <a:ea typeface="Open Sans"/>
                <a:cs typeface="Open Sans"/>
              </a:rPr>
              <a:t>This table summarises critical concepts in cosmology, outlining their definitions and significance. Understanding these helps explain the universe's origins and structure.</a:t>
            </a:r>
            <a:endParaRPr lang="en-US" sz="1400" dirty="0">
              <a:latin typeface="Open Sans"/>
              <a:ea typeface="Open Sans"/>
              <a:cs typeface="Open Sans"/>
            </a:endParaRPr>
          </a:p>
        </p:txBody>
      </p:sp>
      <p:sp>
        <p:nvSpPr>
          <p:cNvPr id="25" name="Slide Number Placeholder 0"/>
          <p:cNvSpPr>
            <a:spLocks noGrp="1"/>
          </p:cNvSpPr>
          <p:nvPr>
            <p:ph type="sldNum" sz="quarter" idx="4294967295"/>
          </p:nvPr>
        </p:nvSpPr>
        <p:spPr>
          <a:xfrm>
            <a:off x="11569700" y="6350000"/>
            <a:ext cx="609600" cy="355600"/>
          </a:xfrm>
          <a:prstGeom prst="rect">
            <a:avLst/>
          </a:prstGeom>
          <a:extLst>
            <a:ext uri="{C572A759-6A51-4108-AA02-DFA0A04FC94B}">
              <ma14:wrappingTextBoxFlag xmlns="" xmlns:ma14="http://schemas.microsoft.com/office/mac/drawingml/2011/main" val="0"/>
            </a:ext>
          </a:extLst>
        </p:spPr>
        <p:txBody>
          <a:bodyPr anchor="ctr" anchorCtr="0"/>
          <a:lstStyle>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ctr"/>
            <a:fld id="{F7021451-1387-4CA6-816F-3879F97B5CBC}" type="slidenum">
              <a:rPr lang="en-US" sz="1210">
                <a:solidFill>
                  <a:srgbClr val="FFFFFF"/>
                </a:solidFill>
                <a:latin typeface="Open Sans"/>
                <a:ea typeface="Open Sans"/>
                <a:cs typeface="Open Sans"/>
              </a:rPr>
              <a:pPr algn="ctr"/>
              <a:t>3</a:t>
            </a:fld>
            <a:endParaRPr lang="en-US" sz="1210">
              <a:solidFill>
                <a:srgbClr val="FFFFFF"/>
              </a:solidFill>
              <a:latin typeface="Open Sans"/>
              <a:ea typeface="Open Sans"/>
              <a:cs typeface="Open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cean">
  <a:themeElements>
    <a:clrScheme name="Custom 1">
      <a:dk1>
        <a:sysClr val="windowText" lastClr="000000"/>
      </a:dk1>
      <a:lt1>
        <a:sysClr val="window" lastClr="FFFFFF"/>
      </a:lt1>
      <a:dk2>
        <a:srgbClr val="44546A"/>
      </a:dk2>
      <a:lt2>
        <a:srgbClr val="E7E6E6"/>
      </a:lt2>
      <a:accent1>
        <a:srgbClr val="0958F7"/>
      </a:accent1>
      <a:accent2>
        <a:srgbClr val="FE7032"/>
      </a:accent2>
      <a:accent3>
        <a:srgbClr val="91BED4"/>
      </a:accent3>
      <a:accent4>
        <a:srgbClr val="FFC000"/>
      </a:accent4>
      <a:accent5>
        <a:srgbClr val="D9E8F5"/>
      </a:accent5>
      <a:accent6>
        <a:srgbClr val="FFAD8D"/>
      </a:accent6>
      <a:hlink>
        <a:srgbClr val="0563C1"/>
      </a:hlink>
      <a:folHlink>
        <a:srgbClr val="954F72"/>
      </a:folHlink>
    </a:clrScheme>
    <a:fontScheme name="Montserrat ExtraBold - Open Sans">
      <a:majorFont>
        <a:latin typeface="Montserrat ExtraBold"/>
        <a:ea typeface=""/>
        <a:cs typeface=""/>
      </a:majorFont>
      <a:minorFont>
        <a:latin typeface="Open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9741254-9640-4C1B-BC8E-1D3121034815}">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TotalTime>
  <Words>200</Words>
  <Application>Microsoft Office PowerPoint</Application>
  <PresentationFormat>Widescreen</PresentationFormat>
  <Paragraphs>27</Paragraphs>
  <Slides>3</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vt:i4>
      </vt:variant>
    </vt:vector>
  </HeadingPairs>
  <TitlesOfParts>
    <vt:vector size="11" baseType="lpstr">
      <vt:lpstr>Arial</vt:lpstr>
      <vt:lpstr>Calibri</vt:lpstr>
      <vt:lpstr>Calibri Light</vt:lpstr>
      <vt:lpstr>Cascadia Mono SemiBold</vt:lpstr>
      <vt:lpstr>Montserrat ExtraBold</vt:lpstr>
      <vt:lpstr>Open Sans</vt:lpstr>
      <vt:lpstr>Office Theme</vt:lpstr>
      <vt:lpstr>Ocean</vt:lpstr>
      <vt:lpstr>THE SOLAR SYSTEM</vt:lpstr>
      <vt:lpstr>SOLAR SYSTEM OVERVIEW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Rehan khan</dc:creator>
  <cp:lastModifiedBy>Rehan khan</cp:lastModifiedBy>
  <cp:revision>1</cp:revision>
  <dcterms:created xsi:type="dcterms:W3CDTF">2024-11-25T00:21:23Z</dcterms:created>
  <dcterms:modified xsi:type="dcterms:W3CDTF">2024-11-25T00:30:09Z</dcterms:modified>
</cp:coreProperties>
</file>