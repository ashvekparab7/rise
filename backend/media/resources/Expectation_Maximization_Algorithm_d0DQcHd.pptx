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14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95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24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9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37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818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82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874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92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87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40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186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197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919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746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482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65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6D6A80-119D-4201-AA32-60583AC2B00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F97941B-F1E0-4A4C-8ADD-7C3403020E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88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3468-A009-58FA-39B0-284455C6EF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 Maximization Algorithm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18852-85E9-94E5-5E70-20C43C0D6A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169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0269-B947-C007-194A-0AC92EF9F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 Maximization 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C9E6E-7402-7870-0C67-2F2F8F21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Expectation-Maximization (EM) 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method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find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likelihood estimates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parameters when the data contains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or hidden (latent) variables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data(X)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data (Z)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 maximizing likelihood is difficult due to missing information.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solves this by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iteratively estimating missing data and updating parameters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164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64014-4A15-15E9-2587-043D445CB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 Customer Segmentation in a Shopping Mall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3520-3BE2-156F-388C-4A3CE7EEB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994640" cy="362926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mall wants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customers based on spending behavior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but: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only have data like: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Spending (₹)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know which customer belongs to which segment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(Hidden variable = cluster/</a:t>
            </a:r>
            <a:r>
              <a:rPr lang="en-I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customers behave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across groups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assigning them 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cluster (like K-means)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incorrect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we 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+ GMM (soft clustering)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96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CD2F-32BD-339D-4A56-C74A4E0EB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408" y="793101"/>
            <a:ext cx="10356980" cy="559836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Dataset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clusters (K = 2)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 low spenders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high spenders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don’t know labels → hidden variable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867B74-8CCF-4B30-FDA1-8301027D5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11506"/>
              </p:ext>
            </p:extLst>
          </p:nvPr>
        </p:nvGraphicFramePr>
        <p:xfrm>
          <a:off x="886408" y="1406020"/>
          <a:ext cx="9601200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428755169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858749727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4288061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Spending (₹ in thousands)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65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931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921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5329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036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8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33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10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CE2E-E36F-1032-6394-7F12845D3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EM is Needed?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A7354-AB98-74B0-8BD5-A4D5E9BB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don’t know: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customer belongs to which cluster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parameters (mean, covariance)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missing/hidden data problem → EM is required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141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A3A1-6536-DBC3-CF71-E20A40AF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of EM 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8B165-8AD5-986C-5C63-B5000E0EF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722" y="2556932"/>
            <a:ext cx="10524931" cy="3629264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Initialization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initial values of parameters (mean, variance, mixing coefficients) randomly. </a:t>
            </a:r>
          </a:p>
          <a:p>
            <a:pPr marL="0" lv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Expectation Step (E-Step)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probability (responsibility) of each data point belonging to each cluster based on current parameters. </a:t>
            </a:r>
          </a:p>
          <a:p>
            <a:pPr marL="0" lv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Maximization Step (M-Step)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the parameters (mean, variance, mixing coefficients) using probabilities obtained in the E-step. </a:t>
            </a:r>
          </a:p>
          <a:p>
            <a:pPr marL="0" lv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Repeat Until Convergence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E-step and M-step until there is no significant change in parameters or likelihood.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977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B4D6-15E3-1350-5391-ADE7D8AD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08DD-16E8-9E5A-116C-DD69551E1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7454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75</TotalTime>
  <Words>331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Garamond</vt:lpstr>
      <vt:lpstr>Times New Roman</vt:lpstr>
      <vt:lpstr>Organic</vt:lpstr>
      <vt:lpstr>Expectation Maximization Algorithm</vt:lpstr>
      <vt:lpstr>Expectation Maximization algorithm</vt:lpstr>
      <vt:lpstr>Scenario: Customer Segmentation in a Shopping Mall</vt:lpstr>
      <vt:lpstr>PowerPoint Presentation</vt:lpstr>
      <vt:lpstr>Why EM is Needed?</vt:lpstr>
      <vt:lpstr>Steps of EM Algorithm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2</cp:revision>
  <dcterms:created xsi:type="dcterms:W3CDTF">2026-05-06T05:34:17Z</dcterms:created>
  <dcterms:modified xsi:type="dcterms:W3CDTF">2026-05-12T09:24:44Z</dcterms:modified>
</cp:coreProperties>
</file>