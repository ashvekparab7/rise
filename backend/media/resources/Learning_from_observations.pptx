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262" autoAdjust="0"/>
  </p:normalViewPr>
  <p:slideViewPr>
    <p:cSldViewPr snapToGrid="0">
      <p:cViewPr varScale="1">
        <p:scale>
          <a:sx n="78" d="100"/>
          <a:sy n="78" d="100"/>
        </p:scale>
        <p:origin x="878" y="62"/>
      </p:cViewPr>
      <p:guideLst/>
    </p:cSldViewPr>
  </p:slideViewPr>
  <p:notesTextViewPr>
    <p:cViewPr>
      <p:scale>
        <a:sx n="1" d="1"/>
        <a:sy n="1" d="1"/>
      </p:scale>
      <p:origin x="0" y="-1872"/>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38.143"/>
    </inkml:context>
    <inkml:brush xml:id="br0">
      <inkml:brushProperty name="width" value="0.035" units="cm"/>
      <inkml:brushProperty name="height" value="0.035" units="cm"/>
      <inkml:brushProperty name="color" value="#091CCF"/>
    </inkml:brush>
  </inkml:definitions>
  <inkml:trace contextRef="#ctx0" brushRef="#br0">95 142 24575,'0'0'0,"0"0"0,1 0 0,-1 1 0,0-1 0,0 0 0,0 1 0,0-1 0,0 0 0,0 1 0,0-1 0,0 0 0,0 1 0,0-1 0,0 0 0,0 1 0,0-1 0,0 0 0,0 1 0,0-1 0,0 0 0,0 1 0,0-1 0,0 0 0,0 1 0,-1-1 0,1 0 0,0 1 0,0-1 0,0 0 0,0 0 0,-1 1 0,1-1 0,0 0 0,0 0 0,-1 0 0,1 1 0,0-1 0,-1 0 0,1 0 0,0 0 0,0 0 0,-1 1 0,1-1 0,0 0 0,-1 0 0,1 0 0,0 0 0,-1 0 0,1 0 0,0 0 0,-1 0 0,1 0 0,0 0 0,-1 0 0,1 0 0,0 0 0,-1 0 0,1-1 0,-1 1 0,-11-18 0,5-16 0,5 11 0,2 23 0,0-1 0,0 0 0,0 1 0,0-1 0,0 0 0,0 0 0,0 1 0,0-1 0,0 0 0,0 1 0,0-1 0,1 0 0,-1 1 0,0-1 0,0 0 0,1 1 0,-1-1 0,1 0 0,-1 1 0,0-1 0,1 1 0,-1-1 0,1 1 0,-1-1 0,1 1 0,-1-1 0,1 1 0,0 0 0,0-1 0,-1 1 0,0 0 0,1 0 0,-1 0 0,0 0 0,0 0 0,0 0 0,0 0 0,1 0 0,-1 0 0,0 0 0,0 0 0,0 0 0,1 0 0,-1 0 0,0 0 0,0 0 0,0 0 0,0 0 0,0 0 0,1 0 0,-1 1 0,0-1 0,0 0 0,0 0 0,0 0 0,0 0 0,1 0 0,-1 0 0,0 1 0,0-1 0,0 0 0,0 0 0,0 0 0,0 0 0,0 1 0,0-1 0,0 0 0,0 0 0,0 0 0,0 1 0,0-1 0,0 0 0,0 0 0,0 0 0,0 0 0,0 1 0,0-1 0,0 0 0,0 0 0,-6 13 0,-13 9 0,18-22 0,0 1 0,0 0 0,0-1 0,0 1 0,0-1 0,-1 1 0,1-1 0,0 1 0,0-1 0,0 0 0,0 0 0,0 1 0,-1-1 0,1 0 0,0 0 0,0 0 0,0 0 0,-1 0 0,1-1 0,0 1 0,0 0 0,0-1 0,0 1 0,0 0 0,-1-1 0,1 1 0,-1-2 0,1 1 0,0 0 0,1 0 0,-1 0 0,1 0 0,-1 0 0,1 0 0,-1 0 0,1 0 0,0-1 0,0 1 0,-1 0 0,1 0 0,0 0 0,0-1 0,0 1 0,0 0 0,0 0 0,1 0 0,-1 0 0,1-2 0,-1 2 0,0 0 0,0 0 0,0 0 0,0 0 0,0 0 0,1 0 0,-1 1 0,0-1 0,0 0 0,1 0 0,-1 0 0,1 0 0,-1 1 0,1-1 0,-1 0 0,1 1 0,0-1 0,-1 0 0,1 1 0,0-1 0,-1 1 0,1-1 0,0 1 0,0-1 0,0 1 0,-1-1 0,1 1 0,0 0 0,0-1 0,0 1 0,0 0 0,0 0 0,0 0 0,-1 0 0,1 0 0,0 0 0,0 0 0,0 0 0,0 0 0,0 0 0,0 0 0,0 1 0,0-1 0,-1 0 0,1 1 0,0-1 0,0 0 0,0 1 0,-1-1 0,1 1 0,0-1 0,0 1 0,-1 0 0,1-1 0,-1 1 0,1 0 0,0-1 0,-1 1 0,1 0 0,-1 0 0,0 0 0,1-1 0,-1 1 0,0 0 0,1 2 0,0-3 0,-1 1 0,1 0 0,-1-1 0,1 1 0,-1 0 0,0 0 0,1 0 0,-1-1 0,0 1 0,0 0 0,1 0 0,-1 0 0,0 0 0,0-1 0,0 1 0,0 0 0,0 0 0,0 0 0,0 0 0,-1 0 0,1 0 0,0-1 0,0 1 0,-1 0 0,1 0 0,0 0 0,-1-1 0,1 1 0,-1 0 0,1 0 0,-1-1 0,1 1 0,-1 0 0,1-1 0,-1 1 0,0-1 0,0 1 0,1-1 0,-1 1 0,0-1 0,0 1 0,-1 0 0,1-1 0,0 0 0,-1 1 0,1-1 0,0 0 0,-1 0 0,1 1 0,0-1 0,-1 0 0,1 0 0,-1-1 0,1 1 0,0 0 0,-1 0 0,1-1 0,0 1 0,-1-1 0,1 1 0,0-1 0,0 1 0,0-1 0,-1 0 0,1 0 0,0 1 0,0-1 0,0 0 0,-1-2 0,0 1 0,1 0 0,-1 0 0,1 0 0,0 0 0,0 0 0,0 0 0,0 0 0,1 0 0,-1 0 0,0-1 0,1 1 0,0 0 0,-1 0 0,1-1 0,0 1 0,0 0 0,0-1 0,1 1 0,-1 0 0,0 0 0,1-1 0,0 1 0,-1 0 0,1 0 0,0 0 0,0 0 0,0 0 0,0 0 0,1 0 0,-1 0 0,0 0 0,1 0 0,0 1 0,-1-1 0,1 0 0,0 1 0,0 0 0,0-1 0,0 1 0,0 0 0,0 0 0,0 0 0,3-1 0,-3 1 0,0 0 0,0 0 0,0 0 0,0 0 0,0 0 0,0 1 0,0-1 0,0 1 0,0-1 0,0 1 0,0 0 0,0 0 0,0 0 0,0 0 0,0 0 0,0 0 0,0 1 0,0-1 0,0 1 0,0-1 0,0 1 0,0 0 0,0 0 0,0 0 0,0 0 0,0 0 0,-1 0 0,1 0 0,0 0 0,-1 1 0,1-1 0,-1 1 0,0-1 0,1 1 0,-1 0 0,0 0 0,0-1 0,0 1 0,0 0 0,0 0 0,0 0 0,-1 0 0,1 0 0,-1 0 0,1 0 0,-1 0 0,0 0 0,0 3 0,-3-15 0,3 10 0,0-1 0,-1 1 0,1-1 0,0 1 0,0 0 0,0-1 0,0 1 0,0-1 0,0 1 0,0-1 0,0 1 0,0-1 0,0 1 0,0-1 0,0 1 0,0-1 0,0 1 0,0-1 0,1 1 0,-1-1 0,0 1 0,0-1 0,0 1 0,1 0 0,-1-1 0,0 1 0,1-1 0,-1 1 0,0 0 0,1-1 0,-1 1 0,0 0 0,1 0 0,-1-1 0,1 1 0,0-1 0,-1 2 0,1-1 0,-1 0 0,1 0 0,-1 1 0,0-1 0,1 0 0,-1 0 0,0 1 0,1-1 0,-1 1 0,0-1 0,1 0 0,-1 1 0,0-1 0,0 0 0,1 1 0,-1-1 0,0 1 0,0-1 0,0 1 0,0-1 0,0 1 0,0-1 0,1 0 0,-1 1 0,0-1 0,0 1 0,0-1 0,-1 1 0,1-1 0,0 1 0,0-1 0,0 1 0,0-1 0,0 1 0,0-1 0,-1 0 0,1 1 0,0-1 0,0 1 0,-1-1 0,1 0 0,0 1 0,-1-1 0,1 0 0,0 1 0,-1-1 0,1 0 0,-1 1 0,-16 19 0,15-19 0,0 0 0,0 0 0,0 0 0,0 0 0,0-1 0,0 1 0,0-1 0,0 0 0,0 0 0,-1 0 0,1 0 0,0 0 0,0 0 0,0 0 0,0-1 0,0 1 0,-1-1 0,1 1 0,0-1 0,0 0 0,0 0 0,0 0 0,-2-2 0,3 3 0,0-1 0,0 1 0,0-1 0,0 0 0,0 0 0,0 0 0,0 0 0,1 1 0,-1-1 0,0 0 0,1 0 0,-1 0 0,0-1 0,1 1 0,-1 0 0,1 0 0,-1 0 0,1 0 0,0 0 0,0-1 0,-1 1 0,1 0 0,0 0 0,0 0 0,0-1 0,0 1 0,0 0 0,1 0 0,-1 0 0,0-1 0,0 1 0,1 0 0,-1 0 0,1 0 0,-1 0 0,1 0 0,0 0 0,-1 0 0,1 0 0,1-2 0,-2 3 0,1-1 0,0 1 0,-1-1 0,1 1 0,-1-1 0,1 1 0,0 0 0,-1-1 0,1 1 0,0 0 0,-1 0 0,1-1 0,0 1 0,-1 0 0,1 0 0,0 0 0,0 0 0,-1 0 0,1 0 0,0 0 0,0 0 0,-1 0 0,1 0 0,0 0 0,-1 1 0,1-1 0,0 0 0,0 0 0,-1 1 0,1-1 0,-1 0 0,1 1 0,0-1 0,-1 1 0,1-1 0,-1 1 0,1-1 0,-1 1 0,1-1 0,-1 1 0,1 0 0,-1-1 0,0 1 0,1-1 0,-1 1 0,1 1 0,-1-1 0,0-1 0,0 1 0,1 0 0,-1-1 0,0 1 0,0-1 0,1 1 0,-1-1 0,1 1 0,-1-1 0,0 1 0,1-1 0,-1 1 0,1-1 0,-1 0 0,1 1 0,0-1 0,-1 0 0,1 1 0,-1-1 0,1 0 0,0 0 0,-1 1 0,1-1 0,-1 0 0,1 0 0,0 0 0,-1 0 0,1 0 0,0 0 0,-1 0 0,1 0 0,0 0 0,-1 0 0,1 0 0,-1-1 0,1 1 0,0 0 0,-1 0 0,1 0 0,-1-1 0,1 1 0,1-1 0,12-11-118,-5 16 156,-8-2-21,0 1-1,-1-1 1,1 1 0,-1-1-1,0 1 1,1-1 0,-1 1-1,0 0 1,-1-1 0,1 1-1,-1 3 1,0-2-37,1-1 0,-1 1 0,0-1 0,0 0-1,-1 0 1,1 0 0,-1 1 0,1-1 0,-4 4 0,4-7-9,1 1 1,-1-1-1,1 1 1,-1-1-1,1 1 1,-1-1-1,1 1 1,-1-1-1,1 0 1,-1 1-1,0-1 1,1 0-1,-1 0 0,0 1 1,1-1-1,-1 0 1,1 0-1,-1 0 1,0 0-1,0 0 1,1 0-1,-1 0 1,0 0-1,1 0 1,-1 0-1,0 0 1,1-1-1,-1 1 0,1 0 1,-1 0-1,0-1 1,1 1-1,-1 0 1,1-1-1,-1 1 1,1 0-1,-1-1 1,1 1-1,-1-1 1,1 1-1,-1-1 1,1 1-1,-1-1 0,0-1 1,-9-13-6798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39.862"/>
    </inkml:context>
    <inkml:brush xml:id="br0">
      <inkml:brushProperty name="width" value="0.035" units="cm"/>
      <inkml:brushProperty name="height" value="0.035" units="cm"/>
      <inkml:brushProperty name="color" value="#091CC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41.457"/>
    </inkml:context>
    <inkml:brush xml:id="br0">
      <inkml:brushProperty name="width" value="0.035" units="cm"/>
      <inkml:brushProperty name="height" value="0.035" units="cm"/>
      <inkml:brushProperty name="color" value="#091CCF"/>
    </inkml:brush>
  </inkml:definitions>
  <inkml:trace contextRef="#ctx0" brushRef="#br0">112 0 24551,'-32'74'0,"-48"-83"0,140 63 0,-93 19 0,103-113 0,-11 93 0,-75-131 0,85 38 0,-149 32 0,63-71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47.752"/>
    </inkml:context>
    <inkml:brush xml:id="br0">
      <inkml:brushProperty name="width" value="0.035" units="cm"/>
      <inkml:brushProperty name="height" value="0.035" units="cm"/>
      <inkml:brushProperty name="color" value="#091CCF"/>
    </inkml:brush>
  </inkml:definitions>
  <inkml:trace contextRef="#ctx0" brushRef="#br0">110 57 24575,'-1'4'0,"0"0"0,-1-1 0,0 1 0,0-1 0,0 1 0,0-1 0,-1 0 0,1 1 0,-1-1 0,-5 4 0,7-6 0,0 0 0,0 0 0,0 0 0,0 0 0,0 0 0,0 0 0,0 0 0,-1 0 0,1 0 0,0-1 0,0 1 0,-1-1 0,1 1 0,-1-1 0,1 1 0,-1-1 0,1 0 0,0 1 0,-1-1 0,1 0 0,-1 0 0,1 0 0,-1-1 0,1 1 0,-1 0 0,1 0 0,-1-1 0,1 1 0,0-1 0,-1 1 0,1-1 0,0 0 0,-1 1 0,1-1 0,0 0 0,0 0 0,0 0 0,0 0 0,0 0 0,-2-2 0,1 0 0,1 1 0,0 0 0,0-1 0,0 1 0,0-1 0,0 1 0,1-1 0,-1 0 0,1 1 0,0-1 0,0 0 0,0 1 0,0-1 0,0 0 0,0 1 0,1-1 0,-1 1 0,2-6 0,-1 6 0,-1 1 0,1-1 0,0 0 0,-1 0 0,1 0 0,0 0 0,0 0 0,0 1 0,1-1 0,-1 0 0,0 1 0,1-1 0,-1 1 0,1-1 0,-1 1 0,1 0 0,-1 0 0,1 0 0,0 0 0,0 0 0,0 0 0,0 0 0,0 0 0,3 0 0,-4 1 0,0-1 0,-1 1 0,1 0 0,0 0 0,0 0 0,0 0 0,0 0 0,-1 0 0,1 0 0,0 0 0,0 0 0,0 0 0,-1 1 0,1-1 0,0 0 0,0 0 0,0 1 0,-1-1 0,1 0 0,0 1 0,-1-1 0,1 1 0,0-1 0,-1 1 0,1 0 0,-1-1 0,1 1 0,-1-1 0,1 1 0,-1 0 0,1 0 0,-1-1 0,1 2 0,-1 0 0,0-1 0,0 1 0,0-1 0,0 1 0,0 0 0,0-1 0,-1 1 0,1-1 0,-1 1 0,1-1 0,-1 1 0,1-1 0,-1 0 0,0 1 0,0-1 0,-1 2 0,2-2 0,0 0 0,-1 0 0,0 0 0,1 0 0,-1 0 0,1 0 0,-1 0 0,0 0 0,0 0 0,0 0 0,1 0 0,-1-1 0,0 1 0,0 0 0,0-1 0,0 1 0,0 0 0,0-1 0,-1 0 0,1 1 0,0-1 0,0 1 0,0-1 0,0 0 0,0 0 0,-1 0 0,1 0 0,0 0 0,0 0 0,0 0 0,-1 0 0,1 0 0,0 0 0,0-1 0,0 1 0,0-1 0,0 1 0,0-1 0,0 1 0,-1-1 0,1 1 0,1-1 0,-1 0 0,0 1 0,0-1 0,0 0 0,0 0 0,0 0 0,1 0 0,-2-1 0,1 0 0,1 1 0,-1 0 0,1-1 0,-1 1 0,1 0 0,0-1 0,0 1 0,-1-1 0,1 1 0,0-1 0,0 1 0,0 0 0,1-1 0,-1 1 0,0-1 0,0 1 0,1 0 0,-1-1 0,1 1 0,-1 0 0,1-1 0,0 1 0,-1 0 0,1 0 0,0 0 0,0-1 0,0 1 0,0 0 0,0 0 0,0 0 0,0 0 0,0 1 0,0-1 0,1 0 0,-1 0 0,0 1 0,0-1 0,1 1 0,-1-1 0,0 1 0,2-1 0,-2 1 0,0-1 0,1 1 0,-1-1 0,0 1 0,0 0 0,0-1 0,0 1 0,0 0 0,0 0 0,0 0 0,0 0 0,0 0 0,1 0 0,-1 0 0,0 0 0,0 1 0,0-1 0,0 0 0,0 1 0,0-1 0,0 1 0,0-1 0,0 1 0,0-1 0,0 1 0,0 0 0,0-1 0,-1 1 0,1 0 0,0 0 0,0 0 0,-1-1 0,1 1 0,0 0 0,-1 0 0,1 0 0,-1 0 0,1 0 0,-1 0 0,0 0 0,1 0 0,-1 0 0,0 1 0,0-1 0,0 0 0,0 0 0,0 0 0,0 0 0,0 0 0,0 0 0,-1 2 0,1-1 0,0-1 0,-1 1 0,1-1 0,-1 1 0,1-1 0,-1 0 0,0 1 0,0-1 0,0 0 0,0 1 0,0-1 0,0 0 0,0 0 0,0 0 0,0 0 0,0 0 0,0 0 0,-1 0 0,1 0 0,0 0 0,-1-1 0,1 1 0,-1 0 0,1-1 0,-1 0 0,1 1 0,-1-1 0,1 0 0,-1 1 0,0-1 0,-1 0 0,2 0 0,0 0 0,0 0 0,0 0 0,0 0 0,1-1 0,-1 1 0,0 0 0,0 0 0,0 0 0,0-1 0,0 1 0,0-1 0,0 1 0,1 0 0,-1-1 0,0 0 0,0 1 0,1-1 0,-1 1 0,0-1 0,1 0 0,-1 0 0,0 1 0,1-1 0,-1 0 0,1 0 0,-1 0 0,1 1 0,0-1 0,-1 0 0,1 0 0,0 0 0,0 0 0,-1 0 0,1 0 0,0 0 0,0 0 0,0 0 0,0 0 0,0 0 0,0 0 0,1 1 0,-1-1 0,0 0 0,0 0 0,1 0 0,-1 0 0,1-1 0,-1 1 0,0 1 0,0 0 0,0-1 0,0 1 0,0 0 0,0-1 0,0 1 0,0 0 0,0-1 0,0 1 0,0 0 0,1-1 0,-1 1 0,0 0 0,0-1 0,0 1 0,0 0 0,0 0 0,1-1 0,-1 1 0,0 0 0,0 0 0,1-1 0,-1 1 0,0 0 0,0 0 0,1 0 0,-1-1 0,0 1 0,0 0 0,1 0 0,-1 0 0,0 0 0,1 0 0,-1-1 0,0 1 0,1 0 0,-1 0 0,0 0 0,1 0 0,-1 0 0,0 0 0,1 0 0,-1 0 0,0 0 0,1 1 0,-1-1 0,0 0 0,1 0 0,-1 0 0,0 0 0,0 0 0,1 0 0,-1 1 0,0-1 0,1 0 0,-1 0 0,0 0 0,0 1 0,0-1 0,1 0 0,-1 0 0,0 1 0,1 0 0,0 1 0,-1-1 0,1 0 0,0 1 0,-1-1 0,0 1 0,1-1 0,-1 0 0,0 1 0,0-1 0,0 1 0,0-1 0,0 1 0,0 2 0,-1-2 0,1 0 0,-1 0 0,0 0 0,1 0 0,-1 0 0,0 0 0,0 0 0,-1 0 0,1 0 0,0-1 0,-1 1 0,1 0 0,-1-1 0,1 0 0,-1 1 0,0-1 0,-2 2 0,4-4 0,0 0 0,1-1 0,0 1 0,-1 0 0,1 0 0,0 0 0,0 0 0,-1 0 0,1 0 0,0 0 0,0 0 0,0 0 0,0 0 0,1 0 0,-1 1 0,0-1 0,0 0 0,0 1 0,0-1 0,1 1 0,-1-1 0,0 1 0,1-1 0,-1 1 0,2 0 0,-2 0 0,0 0 0,1 0 0,-1 0 0,0 0 0,0 0 0,0 0 0,1 1 0,-1-1 0,0 0 0,0 1 0,0-1 0,0 1 0,0 0 0,0-1 0,0 1 0,0 0 0,0-1 0,0 1 0,0 0 0,0 0 0,0 0 0,-1 0 0,1 0 0,0 0 0,-1 0 0,1 0 0,-1 0 0,2 2 0,-2-1 0,1 1 0,-1-1 0,0 1 0,0-1 0,0 0 0,0 1 0,0-1 0,-1 1 0,1-1 0,-1 0 0,1 1 0,-1-1 0,-1 3 0,1-2 0,0-1 0,-1 0 0,1 1 0,0-1 0,-1 0 0,1 0 0,-1 0 0,0 0 0,1 0 0,-1 0 0,0-1 0,-3 2 0,5-2 0,-1-1 0,0 0 0,1 1 0,-1-1 0,0 0 0,0 1 0,1-1 0,-1 0 0,0 0 0,0 0 0,1 0 0,-1 0 0,0 0 0,0 0 0,0 0 0,1 0 0,-1 0 0,0 0 0,0 0 0,1-1 0,-1 1 0,0 0 0,0-1 0,1 1 0,-1 0 0,0-1 0,1 1 0,-1-1 0,0 1 0,1-1 0,-1 1 0,1-1 0,-1 1 0,1-1 0,-1-1 0,0 0 0,0-1 0,0 1 0,0 0 0,1-1 0,-1 1 0,1 0 0,0-1 0,-1 1 0,1-1 0,0 1 0,1 0 0,-1-1 0,0 1 0,1-1 0,-1 1 0,1 0 0,0-1 0,0 1 0,0 0 0,0 0 0,0 0 0,0-1 0,0 1 0,1 0 0,-1 1 0,1-1 0,0 0 0,-1 0 0,1 1 0,0-1 0,0 1 0,0-1 0,3 0 0,-4 0 0,1 1 0,0 0 0,-1 0 0,1 0 0,0-1 0,0 2 0,0-1 0,0 0 0,0 0 0,0 1 0,0-1 0,0 1 0,0-1 0,0 1 0,0 0 0,0 0 0,0 0 0,0 0 0,0 0 0,0 1 0,0-1 0,0 0 0,0 1 0,0 0 0,0-1 0,0 1 0,0 0 0,0 0 0,0 0 0,-1 0 0,1 0 0,0 1 0,-1-1 0,1 1 0,-1-1 0,1 1 0,-1-1 0,0 1 0,0 0 0,1-1 0,0 5 0,0-3 0,-1 1 0,0 0 0,0 0 0,-1-1 0,1 1 0,-1 0 0,0 0 0,0 0 0,0 0 0,0 0 0,-1-1 0,1 1 0,-1 0 0,0 0 0,0-1 0,-1 1 0,1 0 0,-1-1 0,1 1 0,-1-1 0,0 0 0,-5 5 0,6-5 0,-1-1 0,1 0 0,-1 0 0,0 0 0,0 0 0,0 0 0,0-1 0,0 1 0,-1-1 0,1 1 0,0-1 0,-1 0 0,1 0 0,-1 0 0,1 0 0,-1 0 0,1-1 0,-1 1 0,0-1 0,1 1 0,-1-1 0,0 0 0,1 0 0,-1 0 0,0-1 0,0 1 0,1-1 0,-1 1 0,1-1 0,-1 0 0,1 0 0,-4-2 0,3 1 0,1 1 0,-1-1 0,1 0 0,0 0 0,0 0 0,0-1 0,0 1 0,1 0 0,-1-1 0,0 1 0,1-1 0,0 1 0,0-1 0,0 0 0,0 0 0,0 0 0,0 1 0,1-1 0,-1 0 0,1 0 0,0 0 0,0 0 0,0 0 0,0 0 0,0 0 0,2-5 0,-2 5 0,1-1 0,0 0 0,0 1 0,0-1 0,1 1 0,-1-1 0,1 1 0,0 0 0,0 0 0,0-1 0,0 1 0,0 1 0,1-1 0,0 0 0,-1 0 0,1 1 0,0 0 0,0 0 0,0-1 0,5-1 0,-6 4-47,0-1 0,0 1 0,0 0 0,0 0 0,0 0 0,0 0 0,0 0 0,0 0 0,0 1-1,0-1 1,0 1 0,0-1 0,0 1 0,0 0 0,0 0 0,0-1 0,-1 1 0,1 1 0,0-1 0,-1 0 0,1 0 0,-1 1-1,1-1 1,-1 1 0,0-1 0,1 1 0,-1-1 0,1 4 0,6 6-6779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48.800"/>
    </inkml:context>
    <inkml:brush xml:id="br0">
      <inkml:brushProperty name="width" value="0.035" units="cm"/>
      <inkml:brushProperty name="height" value="0.035" units="cm"/>
      <inkml:brushProperty name="color" value="#091CCF"/>
    </inkml:brush>
  </inkml:definitions>
  <inkml:trace contextRef="#ctx0" brushRef="#br0">0 0 24575,'0'141'0,"72"-141"0,-72-141 0,-72 141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51.408"/>
    </inkml:context>
    <inkml:brush xml:id="br0">
      <inkml:brushProperty name="width" value="0.035" units="cm"/>
      <inkml:brushProperty name="height" value="0.035" units="cm"/>
      <inkml:brushProperty name="color" value="#091CCF"/>
    </inkml:brush>
  </inkml:definitions>
  <inkml:trace contextRef="#ctx0" brushRef="#br0">112 0 24575,'0'1'0,"0"0"0,0-1 0,0 1 0,-1 0 0,1 0 0,0-1 0,0 1 0,0 0 0,0 0 0,0 0 0,0-1 0,1 1 0,-1 0 0,0 0 0,0-1 0,0 1 0,1 0 0,-1-1 0,0 1 0,1 0 0,-1 0 0,1-1 0,-1 1 0,1-1 0,-1 1 0,1-1 0,-1 1 0,1 0 0,0-1 0,-1 0 0,1 1 0,0-1 0,-1 1 0,1-1 0,0 0 0,-1 1 0,1-1 0,0 0 0,0 0 0,-1 0 0,1 0 0,0 0 0,0 0 0,1 0 0,0 0 0,-1 1 0,1-1 0,0 0 0,0 0 0,-1 1 0,1-1 0,0 1 0,-1 0 0,1-1 0,0 1 0,-1 0 0,1 0 0,-1 0 0,3 2 0,-3-2 0,0 0 0,0 0 0,0 1 0,0-1 0,-1 0 0,1 0 0,0 1 0,-1-1 0,1 0 0,-1 1 0,1-1 0,-1 1 0,0-1 0,1 1 0,-1-1 0,0 1 0,0-1 0,0 1 0,0-1 0,0 0 0,0 1 0,-1-1 0,1 1 0,0-1 0,-1 1 0,1-1 0,-1 0 0,0 1 0,1-1 0,-1 0 0,0 1 0,0-1 0,0 0 0,0 0 0,0 0 0,0 0 0,0 0 0,0 0 0,0 0 0,0 0 0,-1 0 0,1-1 0,0 1 0,-1 0 0,1-1 0,0 1 0,-3-1 0,3 1 0,-1 0 0,0 0 0,1-1 0,-1 1 0,0-1 0,1 1 0,-1-1 0,0 0 0,0 0 0,1 0 0,-1 0 0,0 0 0,0 0 0,0 0 0,1 0 0,-4-2 0,4 2 0,0-1 0,0 0 0,0 1 0,0-1 0,0 0 0,0 0 0,1 1 0,-1-1 0,0 0 0,1 0 0,-1 0 0,0 0 0,1 0 0,-1 0 0,1 0 0,0 0 0,-1-1 0,1 1 0,0 0 0,0 0 0,-1 0 0,1 0 0,0 0 0,0-1 0,0 1 0,0 0 0,1 0 0,-1 0 0,0-2 0,1 1 0,0 0 0,0 1 0,-1-1 0,1 0 0,0 0 0,0 0 0,1 1 0,-1-1 0,0 1 0,0-1 0,1 1 0,-1-1 0,1 1 0,0 0 0,-1 0 0,1 0 0,0 0 0,-1 0 0,4-1 0,-4 1 0,-1 1 0,1 0 0,0-1 0,0 1 0,0 0 0,0 0 0,0-1 0,0 1 0,-1 0 0,1 0 0,0 0 0,0 0 0,0 0 0,0 0 0,0 0 0,0 0 0,0 1 0,0-1 0,-1 0 0,1 1 0,0-1 0,0 0 0,0 1 0,-1-1 0,1 1 0,0-1 0,0 1 0,-1-1 0,1 1 0,0 0 0,-1-1 0,1 1 0,-1 0 0,1-1 0,-1 1 0,1 0 0,-1 0 0,1 0 0,-1 0 0,0-1 0,1 1 0,-1 0 0,0 0 0,0 0 0,0 1 0,0 3 0,-1 0 0,1 0 0,-1 0 0,-1 0 0,1 0 0,-1 0 0,0 0 0,0 0 0,0-1 0,0 1 0,-1-1 0,0 0 0,0 0 0,0 0 0,0 0 0,-1 0 0,0-1 0,-6 6 0,7-6 0,-1-1 0,1 1 0,-1 0 0,0-1 0,0 0 0,0 0 0,0 0 0,0-1 0,0 1 0,-6 0 0,7-1 0,1-1 0,0 0 0,0 0 0,0 0 0,0 0 0,0-1 0,0 1 0,0 0 0,0-1 0,0 1 0,0-1 0,0 0 0,0 0 0,0 0 0,0 0 0,1 0 0,-1 0 0,0 0 0,1 0 0,-1-1 0,0 1 0,-1-3 0,2 3 0,0 0 0,0-1 0,-1 1 0,1-1 0,0 1 0,0-1 0,0 0 0,1 1 0,-1-1 0,0 0 0,1 1 0,-1-1 0,1 0 0,-1 0 0,1 0 0,0 0 0,0 0 0,0 1 0,0-1 0,0 0 0,0 0 0,1 0 0,-1 0 0,0 0 0,1 1 0,0-1 0,-1 0 0,1 0 0,2-2 0,-1 1 0,0 0 0,1 0 0,0 0 0,0 0 0,-1 1 0,2-1 0,-1 1 0,0 0 0,0 0 0,1 0 0,-1 0 0,1 1 0,6-3 0,-7 3 0,1 0 0,-1 0 0,0 1 0,1-1 0,-1 1 0,0 0 0,1 0 0,-1 0 0,1 0 0,-1 0 0,0 1 0,1-1 0,-1 1 0,0 0 0,6 3 0,-7-3 0,0 0 0,-1 0 0,1 1 0,0-1 0,-1 1 0,1 0 0,-1-1 0,0 1 0,0 0 0,1 0 0,-1 0 0,0 0 0,-1 0 0,1 0 0,0 0 0,0 0 0,-1 0 0,1 0 0,-1 0 0,0 0 0,0 1 0,0-1 0,0 0 0,0 0 0,0 0 0,0 0 0,-2 4 0,2-4 0,0-1 0,0 0 0,0 1 0,0-1 0,0 1 0,0-1 0,-1 0 0,1 1 0,-1-1 0,1 0 0,-1 0 0,1 1 0,-1-1 0,0 0 0,1 0 0,-1 0 0,0 0 0,0 0 0,0 0 0,0 0 0,0 0 0,0 0 0,0 0 0,0 0 0,0-1 0,-1 1 0,1 0 0,0-1 0,0 1 0,-1-1 0,1 1 0,0-1 0,-1 0 0,1 0 0,0 1 0,-1-1 0,1 0 0,-1 0 0,1 0 0,0-1 0,-1 1 0,1 0 0,0 0 0,-1-1 0,1 1 0,0-1 0,-1 1 0,1-1 0,0 0 0,0 1 0,-2-2 0,2 1 0,-1 0 0,1 0 0,0 0 0,-1 0 0,1 0 0,0 0 0,0 0 0,0 0 0,0-1 0,0 1 0,0 0 0,0-1 0,0 1 0,0-1 0,1 1 0,-1-1 0,0 0 0,1 1 0,-1-1 0,1 1 0,0-1 0,0 0 0,0 1 0,0-1 0,0 0 0,0 1 0,0-1 0,0 0 0,0 1 0,1-1 0,-1 0 0,1 1 0,-1-1 0,1 1 0,0-1 0,0 1 0,0-1 0,-1 1 0,1-1 0,3-1 0,15-3-1365,-11 5-5461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53.095"/>
    </inkml:context>
    <inkml:brush xml:id="br0">
      <inkml:brushProperty name="width" value="0.035" units="cm"/>
      <inkml:brushProperty name="height" value="0.035" units="cm"/>
      <inkml:brushProperty name="color" value="#091CCF"/>
    </inkml:brush>
  </inkml:definitions>
  <inkml:trace contextRef="#ctx0" brushRef="#br0">173 1 24575,'1'20'0,"-1"-14"0,1 0 0,-1 1 0,0-1 0,0 1 0,-1-1 0,0 0 0,0 0 0,-1 1 0,0-1 0,0 0 0,-5 10 0,6 16 0,-1-28 0,0-1 0,-1 0 0,1 0 0,0 0 0,-1 0 0,0 0 0,1 0 0,-1-1 0,0 1 0,0-1 0,-1 0 0,1 0 0,0 0 0,-1-1 0,1 1 0,-1-1 0,0 0 0,1 0 0,-1 0 0,0 0 0,0 0 0,0-1 0,1 0 0,-1 0 0,0 0 0,0 0 0,0-1 0,0 1 0,1-1 0,-1 0 0,0 0 0,-6-3 0,7 3 0,1 0 0,-1 0 0,1 0 0,-1-1 0,1 1 0,0-1 0,-1 1 0,1-1 0,0 0 0,0 0 0,0 0 0,1 0 0,-1 0 0,0 0 0,1 0 0,-1-1 0,1 1 0,-2-6 0,2 6 0,1-1 0,0 0 0,0 0 0,0 1 0,0-1 0,0 0 0,1 1 0,-1-1 0,1 0 0,0 1 0,0-1 0,0 1 0,0-1 0,0 1 0,0-1 0,1 1 0,-1 0 0,1 0 0,0-1 0,-1 1 0,1 0 0,0 1 0,3-3 0,-2 1 0,-1 1 0,1 0 0,0 0 0,-1 1 0,1-1 0,0 0 0,0 1 0,0 0 0,0 0 0,0 0 0,0 0 0,0 0 0,0 0 0,1 1 0,-1 0 0,0 0 0,0 0 0,5 0 0,-6 0 0,0 1 0,-1-1 0,1 1 0,0-1 0,0 1 0,-1 0 0,1 0 0,0-1 0,-1 1 0,1 0 0,-1 1 0,1-1 0,-1 0 0,0 0 0,1 1 0,-1-1 0,0 1 0,0-1 0,0 1 0,0-1 0,0 1 0,0 0 0,0-1 0,-1 1 0,1 0 0,-1 0 0,1-1 0,-1 1 0,0 0 0,1 0 0,-1 0 0,0 3 0,-2 3 0,0-13 0,2 4 0,0 0 0,0-1 0,0 1 0,0 0 0,1 0 0,-1-1 0,0 1 0,1 0 0,-1 0 0,1 0 0,-1 0 0,1-1 0,-1 1 0,1 0 0,0 0 0,0 0 0,-1 0 0,1 0 0,0 1 0,0-1 0,0 0 0,2-1 0,-2 1 0,0 0 0,0 0 0,0 1 0,0-1 0,0 0 0,1 0 0,-1 1 0,0-1 0,0 1 0,1-1 0,-1 1 0,1-1 0,-1 1 0,0 0 0,1 0 0,-1 0 0,1 0 0,-1 0 0,1 0 0,-1 0 0,0 0 0,1 0 0,-1 1 0,1-1 0,-1 1 0,0-1 0,1 1 0,-1-1 0,0 1 0,0 0 0,0 0 0,1-1 0,-1 1 0,0 0 0,0 0 0,0 0 0,0 0 0,1 2 0,-1-1 0,0 0 0,0 0 0,0 0 0,-1 0 0,1 1 0,-1-1 0,1 0 0,-1 0 0,0 1 0,0-1 0,0 0 0,0 0 0,0 1 0,0-1 0,0 0 0,-1 0 0,0 0 0,1 1 0,-1-1 0,0 0 0,0 0 0,0 0 0,0 0 0,-2 2 0,-2 3 0,-1-1 0,0 0 0,0 0 0,-1 0 0,-10 7 0,15-12 0,-1 1 0,1-1 0,-1 1 0,1-1 0,-1 0 0,0 0 0,1 0 0,-1-1 0,-5 2 0,7-2 0,0 0 0,0 0 0,0-1 0,0 1 0,0 0 0,0 0 0,0 0 0,0-1 0,1 1 0,-1 0 0,0-1 0,0 1 0,0-1 0,0 1 0,0-1 0,0 0 0,1 1 0,-1-1 0,0 0 0,1 1 0,-1-1 0,0 0 0,1 0 0,-1 0 0,1 0 0,-2-1 0,2-1 0,-1 0 0,1 0 0,-1 0 0,1 0 0,0 0 0,0 0 0,1 0 0,-1 0 0,0 0 0,1 0 0,0 0 0,0 1 0,0-1 0,0 0 0,0 0 0,0 1 0,1-1 0,-1 1 0,1-1 0,0 1 0,0-1 0,0 1 0,0 0 0,3-3 0,-3 3 0,-1 0 0,1 1 0,0-1 0,0 1 0,-1-1 0,1 1 0,0-1 0,0 1 0,0 0 0,1 0 0,-1 0 0,0 0 0,0 0 0,1 1 0,-1-1 0,0 1 0,1-1 0,-1 1 0,0 0 0,1 0 0,-1 0 0,0 0 0,1 0 0,-1 1 0,1-1 0,-1 1 0,0-1 0,0 1 0,1 0 0,-1 0 0,4 2 0,8 17 50,-13-18-168,0 1 0,1-1 0,-1 1 0,1-1 0,0 1 0,0-1 0,0 0 1,0 0-1,0 0 0,0 0 0,4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55.752"/>
    </inkml:context>
    <inkml:brush xml:id="br0">
      <inkml:brushProperty name="width" value="0.035" units="cm"/>
      <inkml:brushProperty name="height" value="0.035" units="cm"/>
      <inkml:brushProperty name="color" value="#091CCF"/>
    </inkml:brush>
  </inkml:definitions>
  <inkml:trace contextRef="#ctx0" brushRef="#br0">56 27 24575,'1'16'0,"-1"-10"0,1 0 0,-1 1 0,0-1 0,0 0 0,-1 0 0,0 0 0,0 0 0,0 0 0,-1 0 0,0 0 0,0 0 0,-5 8 0,3-33 0,2 13 0,0 1 0,1 0 0,0-1 0,-1 0 0,2 1 0,-1-1 0,1 0 0,-1 1 0,2-1 0,-1 0 0,2-10 0,-1 14 0,1 1 0,-1-1 0,0 0 0,0 1 0,0-1 0,1 1 0,-1 0 0,1 0 0,-1-1 0,1 1 0,0 0 0,-1 0 0,1 0 0,0 1 0,0-1 0,-1 0 0,1 1 0,0-1 0,4 0 0,-6 1 0,1 0 0,-1 0 0,1 0 0,-1 0 0,1 0 0,-1 0 0,1 0 0,-1 1 0,1-1 0,0 0 0,-1 0 0,1 0 0,-1 1 0,0-1 0,1 0 0,-1 1 0,1-1 0,-1 0 0,1 1 0,-1-1 0,0 0 0,1 1 0,-1-1 0,0 1 0,1-1 0,-1 1 0,1 0 0,-1 1 0,0-1 0,0 1 0,1-1 0,-1 0 0,0 1 0,0-1 0,-1 1 0,1-1 0,0 1 0,0-1 0,-1 0 0,1 1 0,-1-1 0,0 2 0,-27 45 0,28-47 0,-1 0 0,1 0 0,-1 0 0,0 0 0,1 0 0,-1 0 0,0 0 0,0 0 0,0 0 0,0 0 0,0 0 0,0-1 0,0 1 0,0 0 0,0-1 0,0 1 0,0-1 0,0 1 0,0-1 0,-1 1 0,1-1 0,0 0 0,0 0 0,-1 1 0,1-1 0,0 0 0,0 0 0,-1 0 0,1 0 0,0-1 0,0 1 0,-1 0 0,1-1 0,0 1 0,0 0 0,0-1 0,-1 1 0,0-2 0,1 2 0,1-1 0,0 0 0,-1 1 0,1-1 0,-1 0 0,1 0 0,0 1 0,-1-1 0,1 0 0,0 0 0,0 0 0,0 1 0,0-1 0,0 0 0,0 0 0,0 0 0,0 1 0,0-1 0,0 0 0,0 0 0,0 0 0,0 1 0,1-1 0,-1 0 0,0 0 0,1 1 0,-1-1 0,1 0 0,-1 0 0,0 1 0,1-1 0,-1 1 0,1-1 0,0 0 0,-1 1 0,1-1 0,0 1 0,-1-1 0,1 1 0,0 0 0,-1-1 0,1 1 0,0 0 0,0-1 0,1 1 0,36-18 0,-32 17 0,0 0 0,0 0 0,0 1 0,0-1 0,0 1 0,0 0 0,0 1 0,7 1 0,-12-2 0,0 0 0,1 0 0,-1 0 0,0 0 0,0 1 0,1-1 0,-1 0 0,0 1 0,0-1 0,1 1 0,-1 0 0,0-1 0,0 1 0,0 0 0,0 0 0,0-1 0,0 1 0,0 0 0,0 0 0,-1 0 0,1 0 0,0 0 0,0 1 0,-1-1 0,1 0 0,-1 0 0,1 0 0,-1 0 0,1 1 0,-1-1 0,0 0 0,0 1 0,1-1 0,-1 0 0,0 0 0,0 1 0,0-1 0,0 0 0,-1 1 0,1-1 0,0 0 0,-1 2 0,0 0 0,0-1 0,0 0 0,-1 0 0,1 0 0,0 0 0,-1 0 0,0 0 0,1 0 0,-1 0 0,0-1 0,0 1 0,0-1 0,0 1 0,0-1 0,0 0 0,0 0 0,0 0 0,-1 0 0,1 0 0,0 0 0,-1-1 0,1 1 0,0-1 0,-1 0 0,1 1 0,-1-1 0,1 0 0,-1 0 0,1-1 0,-1 1 0,-3-1 0,5 0 0,-1 1 0,0-1 0,1 1 0,-1-1 0,1 1 0,-1-1 0,1 0 0,-1 0 0,1 0 0,0 0 0,-1 0 0,1 0 0,0 0 0,0 0 0,0 0 0,0-1 0,0 1 0,0 0 0,0-1 0,0 1 0,0-1 0,1 1 0,-1-1 0,0 1 0,1-1 0,0 0 0,-1 1 0,1-1 0,0 0 0,0 1 0,0-1 0,0 0 0,0 1 0,0-1 0,0 1 0,1-1 0,-1 0 0,0 1 0,1-1 0,0 1 0,-1-1 0,1 1 0,0-1 0,0 1 0,0-1 0,-1 1 0,3-2 0,-1 0 0,0 1 0,0-1 0,0 1 0,0-1 0,0 1 0,0 0 0,1 0 0,-1 0 0,1 0 0,-1 1 0,1-1 0,0 1 0,0-1 0,0 1 0,0 0 0,0 0 0,4 0 0,-6 0 0,1 1 0,0 0 0,0 0 0,0 0 0,0 0 0,-1 0 0,1 0 0,0 1 0,0-1 0,0 1 0,-1-1 0,1 1 0,0-1 0,-1 1 0,1 0 0,0 0 0,-1 0 0,1 0 0,-1 0 0,0 0 0,1 1 0,-1-1 0,0 0 0,0 1 0,0-1 0,1 1 0,-2-1 0,1 1 0,0 0 0,1 3 0,-1-3 0,-1 0 0,1 0 0,-1 0 0,0 0 0,0 0 0,0 0 0,0 1 0,0-1 0,0 0 0,-1 0 0,1 0 0,-1 0 0,1 0 0,-1 0 0,0 0 0,0 0 0,0 0 0,0 0 0,0 0 0,0 0 0,-1-1 0,1 1 0,0-1 0,-1 1 0,1-1 0,-1 1 0,0-1 0,0 0 0,1 1 0,-1-1 0,-3 1 0,4-1 0,-1 0 0,0 0 0,0 0 0,-1 0 0,1 0 0,0 0 0,0 0 0,0-1 0,-1 1 0,1-1 0,0 0 0,-1 1 0,1-1 0,0 0 0,0 0 0,-1-1 0,1 1 0,0 0 0,-1-1 0,1 0 0,0 1 0,0-1 0,0 0 0,0 0 0,0 0 0,0 0 0,0-1 0,0 1 0,-3-3 0,2 0 0,1 0 0,-1 0 0,1 0 0,0 0 0,0-1 0,0 1 0,1-1 0,-1 0 0,1 1 0,0-1 0,0-9 0,1 12 0,-1 1 0,1-1 0,0 0 0,0 0 0,0 0 0,1 1 0,-1-1 0,0 0 0,0 0 0,1 1 0,0-1 0,-1 0 0,1 1 0,0-1 0,-1 0 0,1 1 0,0-1 0,0 1 0,0-1 0,1 1 0,-1 0 0,0 0 0,0-1 0,1 1 0,-1 0 0,1 0 0,-1 0 0,1 0 0,-1 0 0,1 1 0,0-1 0,-1 0 0,1 1 0,0-1 0,1 1 0,-2-1-2,1 1 0,-1 0-1,0 0 1,0 0-1,0-1 1,0 1 0,0 0-1,1 0 1,-1 1 0,0-1-1,0 0 1,0 0-1,0 0 1,0 1 0,0-1-1,0 1 1,0-1 0,0 1-1,0-1 1,0 1 0,0 0-1,0-1 1,0 1-1,0 0 1,0 0 0,0-1-1,-1 1 1,1 0 0,0 0-1,-1 0 1,1 0 0,-1 0-1,1 1 1,0 1 16,-1 0 0,1-1 1,-1 1-1,0 0 0,0-1 1,0 1-1,-1 0 0,1-1 0,-1 1 1,1 0-1,-1-1 0,0 1 1,-2 3-1,2-2-32,-1-1-1,1 0 1,-1 0 0,0 0 0,0 0-1,0-1 1,0 1 0,-1 0 0,1-1-1,-5 4 1,6-5-20,0 0 0,0-1 1,0 1-1,0-1 0,0 1 0,0-1 1,0 0-1,0 1 0,0-1 0,0 0 1,0 0-1,0 0 0,0 0 0,0 1 1,0-1-1,0 0 0,0-1 0,0 1 0,0 0 1,0 0-1,0 0 0,0-1 0,0 1 1,0 0-1,1-1 0,-1 1 0,0-1 1,0 1-1,0-1 0,0 0 0,0 1 1,1-1-1,-2-1 0,-9-13-6788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57.236"/>
    </inkml:context>
    <inkml:brush xml:id="br0">
      <inkml:brushProperty name="width" value="0.035" units="cm"/>
      <inkml:brushProperty name="height" value="0.035" units="cm"/>
      <inkml:brushProperty name="color" value="#091CCF"/>
    </inkml:brush>
  </inkml:definitions>
  <inkml:trace contextRef="#ctx0" brushRef="#br0">46 109 24575,'0'0'0,"0"-1"0,-1 1 0,1-1 0,0 1 0,0-1 0,-1 1 0,1 0 0,0-1 0,-1 1 0,1 0 0,0-1 0,-1 1 0,1 0 0,0-1 0,-1 1 0,1 0 0,-1 0 0,1 0 0,-1-1 0,1 1 0,0 0 0,-1 0 0,1 0 0,-1 0 0,1 0 0,-1 0 0,1 0 0,-1 0 0,1 0 0,-1 0 0,1 0 0,-1 0 0,1 0 0,-1 0 0,1 0 0,0 0 0,-1 0 0,1 1 0,-1-1 0,1 0 0,-1 0 0,1 1 0,0-1 0,-1 0 0,1 1 0,0-1 0,-1 0 0,1 1 0,0-1 0,-1 0 0,1 1 0,0-1 0,0 1 0,-1-1 0,1 1 0,0 0 0,0-6 0,1 1 0,0-1 0,0 1 0,0 0 0,1-1 0,-1 1 0,1 0 0,0 0 0,5-7 0,-7 10 0,1-1 0,0 0 0,0 1 0,0-1 0,0 1 0,0-1 0,0 1 0,1-1 0,-1 1 0,0 0 0,1 0 0,-1 0 0,1 0 0,-1 0 0,1 0 0,0 0 0,-1 0 0,1 0 0,0 1 0,-1-1 0,1 1 0,0-1 0,0 1 0,3 0 0,-4 0 0,-1 0 0,1 0 0,0 1 0,-1-1 0,1 1 0,0-1 0,-1 1 0,1-1 0,-1 1 0,1-1 0,-1 1 0,1-1 0,-1 1 0,1 0 0,-1-1 0,1 1 0,-1 0 0,0-1 0,1 1 0,-1 0 0,0-1 0,0 1 0,0 0 0,1 0 0,-1-1 0,0 1 0,0 0 0,0 0 0,0 0 0,-1 0 0,-8 28 0,8-28 0,1 0 0,0 0 0,-1 0 0,1 0 0,0 0 0,-1-1 0,1 1 0,-1 0 0,0 0 0,1-1 0,-1 1 0,1 0 0,-1-1 0,0 1 0,0-1 0,1 1 0,-1-1 0,0 1 0,0-1 0,0 1 0,1-1 0,-1 0 0,0 1 0,0-1 0,0 0 0,0 0 0,0 0 0,0 0 0,0 0 0,0 0 0,0 0 0,1 0 0,-1 0 0,0 0 0,0 0 0,0 0 0,0-1 0,0 1 0,0 0 0,0-1 0,1 1 0,-1-1 0,0 1 0,0-1 0,1 1 0,-1-1 0,0 1 0,1-1 0,-1 0 0,0 0 0,1 1 0,-1-1 0,1 0 0,-1 0 0,1 1 0,-1-1 0,1 0 0,0 0 0,0 0 0,-1 0 0,1 0 0,0-1 0,-1-1 0,1-1 0,-1 0 0,1 1 0,0-1 0,1 1 0,-1-1 0,0 1 0,1-1 0,0 1 0,0-1 0,0 1 0,0-1 0,3-3 0,-4 5 0,0 1 0,1 0 0,-1 0 0,1-1 0,-1 1 0,1 0 0,-1 0 0,1 0 0,0-1 0,0 1 0,-1 0 0,1 0 0,0 0 0,0 1 0,0-1 0,0 0 0,0 0 0,0 0 0,1 1 0,-1-1 0,0 0 0,0 1 0,0-1 0,1 1 0,-1 0 0,0-1 0,0 1 0,1 0 0,-1 0 0,0 0 0,1 0 0,-1 0 0,0 0 0,1 0 0,-1 0 0,3 1 0,-3 0 0,0-1 0,0 1 0,0-1 0,0 1 0,-1 0 0,1 0 0,0 0 0,0 0 0,-1-1 0,1 1 0,0 0 0,-1 0 0,1 0 0,-1 0 0,1 0 0,-1 0 0,0 1 0,1-1 0,-1 0 0,0 0 0,0 0 0,0 0 0,0 0 0,0 0 0,0 1 0,0-1 0,0 0 0,0 0 0,0 0 0,-1 0 0,1 0 0,0 0 0,-1 0 0,1 0 0,-1 0 0,1 0 0,-1 0 0,0 0 0,1 0 0,-1 0 0,-1 1 0,0 1 0,-1 1 0,1-1 0,-1 0 0,0 0 0,0 0 0,0 0 0,0-1 0,-1 1 0,-5 3 0,7-6 0,0 1 0,1 0 0,-1-1 0,0 1 0,1-1 0,-1 0 0,0 1 0,0-1 0,1 0 0,-1 0 0,0 0 0,0 0 0,1-1 0,-1 1 0,0 0 0,0-1 0,1 1 0,-1-1 0,1 1 0,-1-1 0,0 0 0,1 0 0,-1 0 0,1 0 0,-1 0 0,1 0 0,0 0 0,0 0 0,-1-1 0,1 1 0,0 0 0,0-1 0,0 1 0,0-1 0,1 1 0,-1-1 0,0 0 0,0 1 0,0-3 0,2 4 2,-1-1 0,0 1 1,0 0-1,0 0 0,0 0 0,1 0 0,-1-1 0,0 1 0,0 0 0,0 0 0,1 0 1,-1 0-1,0 0 0,0 0 0,1 0 0,-1 0 0,0 0 0,0 0 0,1 0 0,-1 0 1,0 0-1,0 0 0,1 0 0,-1 0 0,0 0 0,0 0 0,0 0 0,1 0 0,-1 0 1,0 0-1,0 0 0,1 0 0,-1 0 0,0 1 0,0-1 0,0 0 0,1 0 0,-1 0 1,0 0-1,0 1 0,0-1 0,0 0 0,1 0 0,-1 0 0,0 1 0,0-1 0,0 0 1,0 0-1,0 0 0,0 1 0,0-1 0,0 0 0,0 0 0,0 1 0,1 0-56,-1 0-1,1-1 0,-1 1 0,1 0 0,-1 0 0,0 0 0,1 0 0,-1 0 1,0 0-1,0-1 0,0 1 0,0 0 0,1 0 0,-1 0 0,-1 0 1,1 0-1,0 0 0,0 0 0,0 0 0,0 0 0,-1 0 0,1 0 0,0-1 1,-1 1-1,1 0 0,-2 1 0,-8 11-6771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6:58.392"/>
    </inkml:context>
    <inkml:brush xml:id="br0">
      <inkml:brushProperty name="width" value="0.035" units="cm"/>
      <inkml:brushProperty name="height" value="0.035" units="cm"/>
      <inkml:brushProperty name="color" value="#091CCF"/>
    </inkml:brush>
  </inkml:definitions>
  <inkml:trace contextRef="#ctx0" brushRef="#br0">62 1 24575,'-2'0'0,"0"0"0,0 0 0,0 0 0,0 0 0,0 0 0,0 0 0,0 1 0,0-1 0,0 1 0,0-1 0,0 1 0,1 0 0,-1-1 0,0 1 0,0 0 0,1 0 0,-1 1 0,0-1 0,1 0 0,-1 0 0,1 1 0,-3 2 0,4-2 0,-1-1 0,1 1 0,0-1 0,0 1 0,0-1 0,0 1 0,1-1 0,-1 1 0,0-1 0,1 1 0,-1-1 0,0 0 0,1 1 0,0-1 0,-1 0 0,1 1 0,0-1 0,0 0 0,0 0 0,0 1 0,0-1 0,0 0 0,0 0 0,0 0 0,0 0 0,0 0 0,1-1 0,-1 1 0,2 1 0,2 1 0,0 1 0,-1 0 0,0 1 0,0-1 0,0 0 0,0 1 0,-1 0 0,0 0 0,5 10 0,-7-14 0,0 1 0,0 0 0,-1-1 0,1 1 0,-1 0 0,1-1 0,-1 1 0,0 0 0,1-1 0,-1 1 0,0 0 0,0 0 0,0-1 0,-1 1 0,1 0 0,0 0 0,-1-1 0,1 1 0,-1 0 0,1-1 0,-1 1 0,0 0 0,0-1 0,1 1 0,-1-1 0,0 0 0,0 1 0,-1-1 0,1 0 0,0 1 0,0-1 0,-1 0 0,1 0 0,-1 0 0,-2 1 0,3-1 0,1-1 0,-1 1 0,0-1 0,1 0 0,-1 1 0,0-1 0,0 0 0,1 1 0,-1-1 0,0 0 0,0 0 0,1 0 0,-1 0 0,0 0 0,0 0 0,1 0 0,-1 0 0,0 0 0,0 0 0,1 0 0,-1 0 0,0-1 0,0 1 0,1 0 0,-1-1 0,0 1 0,1 0 0,-1-1 0,0 1 0,1-1 0,-1 1 0,1-1 0,-1 1 0,0-2 0,0 1 0,1 0 0,0 0 0,-1 0 0,1 0 0,0 0 0,0 0 0,-1-1 0,1 1 0,0 0 0,0 0 0,0 0 0,1 0 0,-1 0 0,0-1 0,0 1 0,0 0 0,1 0 0,-1 0 0,1 0 0,-1 0 0,1 0 0,-1 0 0,2-2 0,-1 1 0,1 1 0,-1-1 0,0 0 0,0 1 0,1-1 0,-1 1 0,1-1 0,-1 1 0,1 0 0,0-1 0,0 1 0,-1 0 0,1 0 0,0 1 0,0-1 0,0 0 0,0 0 0,0 1 0,0-1 0,0 1 0,0 0 0,0 0 0,0 0 0,0 0 0,0 0 0,1 0 0,-1 0 0,0 0 0,0 1 0,3 1 0,-4-2 0,0 1 0,0-1 0,0 1 0,0 0 0,0-1 0,0 1 0,-1 0 0,1 0 0,0 0 0,0-1 0,-1 1 0,1 0 0,-1 0 0,1 0 0,-1 0 0,1 0 0,-1 0 0,1 0 0,-1 0 0,0 0 0,0 1 0,1 0 0,-2 0 0,1 0 0,0 1 0,0-1 0,-1 0 0,1 0 0,-1 1 0,0-1 0,0 0 0,0 0 0,0 0 0,0 0 0,0 0 0,0 0 0,-1 0 0,-1 2 0,0-1 0,0 0 0,-1 1 0,1-1 0,-1 0 0,0-1 0,1 1 0,-1-1 0,-1 1 0,1-1 0,-6 2 0,8-3 0,0-1 0,1 1 0,-1-1 0,0 1 0,0-1 0,1 0 0,-1 0 0,0 0 0,0 0 0,0 0 0,1 0 0,-1 0 0,0-1 0,0 1 0,1 0 0,-1-1 0,0 0 0,1 1 0,-1-1 0,0 0 0,1 0 0,-1 0 0,1 0 0,-1 0 0,1 0 0,0-1 0,0 1 0,-1 0 0,-1-3 0,3 3-4,-1-1-1,1 1 1,-1 0-1,1-1 0,-1 1 1,1-1-1,0 1 1,-1 0-1,1-1 1,0 1-1,0-1 0,0 1 1,0-1-1,1 1 1,-1 0-1,0-1 1,1 1-1,-1-1 1,0 1-1,1 0 0,0-1 1,-1 1-1,1 0 1,0 0-1,0-1 1,-1 1-1,1 0 0,0 0 1,2-2-1,5-8-1223,-2-1-5598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09.594"/>
    </inkml:context>
    <inkml:brush xml:id="br0">
      <inkml:brushProperty name="width" value="0.035" units="cm"/>
      <inkml:brushProperty name="height" value="0.035" units="cm"/>
      <inkml:brushProperty name="color" value="#E71224"/>
    </inkml:brush>
  </inkml:definitions>
  <inkml:trace contextRef="#ctx0" brushRef="#br0">3 1 24575,'-1'73'0,"0"-20"0,1 1 0,3-1 0,11 56 0,6-3 0,28 115 0,-37-192-1365,-1-12-5461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11.953"/>
    </inkml:context>
    <inkml:brush xml:id="br0">
      <inkml:brushProperty name="width" value="0.035" units="cm"/>
      <inkml:brushProperty name="height" value="0.035" units="cm"/>
      <inkml:brushProperty name="color" value="#E71224"/>
    </inkml:brush>
  </inkml:definitions>
  <inkml:trace contextRef="#ctx0" brushRef="#br0">0 2 24575,'0'0'0,"0"0"0,0 1 0,0-1 0,0 0 0,1 0 0,-1 0 0,0 0 0,0 0 0,0 0 0,0 0 0,0 0 0,0 0 0,0 0 0,0 0 0,0 0 0,0 0 0,1 0 0,-1 0 0,0 0 0,0 0 0,0 0 0,0 1 0,0-1 0,0 0 0,0 0 0,0 0 0,0-1 0,1 1 0,-1 0 0,0 0 0,0 0 0,0 0 0,0 0 0,0 0 0,0 0 0,0 0 0,0 0 0,0 0 0,1 0 0,-1 0 0,0 0 0,0 0 0,0 0 0,0 0 0,0 0 0,0 0 0,0-1 0,0 1 0,0 0 0,0 0 0,0 0 0,0 0 0,0 0 0,0 0 0,0 0 0,0 0 0,0 0 0,0-1 0,0 1 0,0 0 0,0 0 0,0 0 0,0 0 0,0 0 0,0 0 0,0 0 0,0-1 0,10 13 0,7 18 0,-4 4 0,-1 0 0,12 66 0,-8-30 0,-6-20 0,5 57 0,-11-71 0,0 0 0,3 0 0,1-1 0,16 45 0,6-10-22,30 82-1321,-50-113-5483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14.594"/>
    </inkml:context>
    <inkml:brush xml:id="br0">
      <inkml:brushProperty name="width" value="0.035" units="cm"/>
      <inkml:brushProperty name="height" value="0.035" units="cm"/>
      <inkml:brushProperty name="color" value="#E71224"/>
    </inkml:brush>
  </inkml:definitions>
  <inkml:trace contextRef="#ctx0" brushRef="#br0">41 1 24575,'-1'0'0,"0"1"0,-1-1 0,1 1 0,-1-1 0,1 1 0,0 0 0,-1 0 0,1-1 0,0 1 0,0 0 0,0 0 0,0 0 0,0 0 0,0 1 0,0-1 0,0 0 0,0 0 0,0 1 0,0-1 0,1 0 0,-1 1 0,1-1 0,-1 1 0,1-1 0,-1 0 0,1 1 0,0 2 0,-8 50 0,8-46 0,-7 95 0,10 137 0,32-3 0,-27-177 0,3 0 0,32 103 0,3 8 0,-39-137 0,-3-9 0,2-1 0,1 1 0,15 37 0,-1-11 0,-3 1 0,17 81 0,-28-103 0,-1-9 0,0-1 0,18 37 0,-23-56 4,-1 1 0,0-1 0,1 0-1,0 0 1,-1 0 0,1 0 0,0 0-1,-1 0 1,1 0 0,0 0 0,0 0 0,0 0-1,0 0 1,0-1 0,0 1 0,0 0-1,2 0 1,-3-1-59,1-1 0,0 1 0,-1-1 0,1 1 0,0-1 0,-1 1-1,1-1 1,-1 0 0,0 1 0,1-1 0,-1 0 0,1 1 0,-1-1-1,0 0 1,1 0 0,-1 0 0,0 1 0,0-1 0,0 0 0,0 0 0,0 0-1,0 1 1,0-1 0,0 0 0,0-1 0,2-37-6771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16.609"/>
    </inkml:context>
    <inkml:brush xml:id="br0">
      <inkml:brushProperty name="width" value="0.035" units="cm"/>
      <inkml:brushProperty name="height" value="0.035" units="cm"/>
      <inkml:brushProperty name="color" value="#E71224"/>
    </inkml:brush>
  </inkml:definitions>
  <inkml:trace contextRef="#ctx0" brushRef="#br0">0 1 24575,'0'691'0,"4"-611"0,13 79 0,4 73 0,-23-127 0,-1-45 0,8 80 0,0-115 0,1 0 0,0 0 0,11 25 0,-8-26 0,-1 1 0,10 52 0,15 250 0,-27-274 0,-2-10 0,2-1 0,2 0 0,13 43 0,9 15-1365,-20-58-5461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38.952"/>
    </inkml:context>
    <inkml:brush xml:id="br0">
      <inkml:brushProperty name="width" value="0.035" units="cm"/>
      <inkml:brushProperty name="height" value="0.035" units="cm"/>
      <inkml:brushProperty name="color" value="#E71224"/>
    </inkml:brush>
  </inkml:definitions>
  <inkml:trace contextRef="#ctx0" brushRef="#br0">87 222 24575,'6'0'0,"-1"0"0,1 0 0,-1 0 0,0-1 0,0 0 0,1 0 0,-1 0 0,0-1 0,0 0 0,0 0 0,0 0 0,7-5 0,-9 4 0,0 0 0,0 0 0,0 0 0,0-1 0,0 1 0,0-1 0,-1 0 0,0 0 0,0 0 0,0 0 0,0 0 0,-1 0 0,1 0 0,-1-1 0,1-5 0,-1 4 0,0 0 0,-1 1 0,0-1 0,0 0 0,0 0 0,0 0 0,-1 0 0,0 0 0,-1 1 0,1-1 0,-1 0 0,0 1 0,0-1 0,-1 1 0,1 0 0,-1-1 0,-4-3 0,5 6 0,0 1 0,0-1 0,0 1 0,-1 0 0,1 0 0,-1 0 0,1 0 0,-1 0 0,0 1 0,0-1 0,1 1 0,-1 0 0,0 0 0,0 0 0,-1 0 0,1 0 0,0 1 0,0-1 0,0 1 0,0 0 0,-1 0 0,1 0 0,0 0 0,0 1 0,0-1 0,0 1 0,0 0 0,0 0 0,0 0 0,0 0 0,0 1 0,0-1 0,-3 3 0,0 0 0,1 0 0,-1 1 0,1 0 0,0 0 0,0 0 0,1 1 0,0-1 0,0 1 0,0 0 0,0 0 0,1 1 0,0-1 0,0 1 0,1 0 0,0 0 0,0-1 0,1 1 0,0 0 0,-1 10 0,0 2 0,1 1 0,1-1 0,0 1 0,2-1 0,7 37 0,-8-49-41,1-1 0,0 0-1,0 0 1,0-1-1,1 1 1,0 0 0,0-1-1,0 0 1,1 1 0,0-1-1,0-1 1,0 1-1,0-1 1,1 1 0,0-1-1,0 0 1,0-1 0,0 1-1,1-1 1,-1 0-1,1-1 1,0 1 0,0-1-1,0 0 1,0-1 0,0 1-1,0-1 1,0 0-1,1-1 1,-1 0 0,0 0-1,11-1 1,14-5-6785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40.123"/>
    </inkml:context>
    <inkml:brush xml:id="br0">
      <inkml:brushProperty name="width" value="0.035" units="cm"/>
      <inkml:brushProperty name="height" value="0.035" units="cm"/>
      <inkml:brushProperty name="color" value="#E71224"/>
    </inkml:brush>
  </inkml:definitions>
  <inkml:trace contextRef="#ctx0" brushRef="#br0">83 323 24575,'2'0'0,"-1"0"0,1-1 0,-1 1 0,1-1 0,-1 1 0,1-1 0,-1 0 0,1 1 0,-1-1 0,0 0 0,0 0 0,1 0 0,-1 0 0,0 0 0,0 0 0,0-1 0,0 1 0,0 0 0,0 0 0,1-3 0,14-32 0,-13 30 0,1-5 0,1-1 0,-2 0 0,1 0 0,-1 0 0,-1 0 0,-1-1 0,1 1 0,-2-1 0,0-13 0,-1 21 0,0 0 0,0 0 0,0 1 0,0-1 0,-1 1 0,0-1 0,0 1 0,0-1 0,0 1 0,-1 0 0,1 0 0,-1 0 0,0 0 0,0 1 0,-1-1 0,1 1 0,-1 0 0,0 0 0,0 0 0,0 0 0,0 1 0,0-1 0,-1 1 0,1 0 0,-9-2 0,7 2 0,0 0 0,0 0 0,0 1 0,-1 0 0,1 0 0,-1 1 0,1-1 0,0 1 0,-9 1 0,15 0 0,0-1 0,0 0 0,0 0 0,0 0 0,0 0 0,0 0 0,0 1 0,0-1 0,-1 0 0,1 0 0,0 0 0,0 0 0,0 1 0,0-1 0,0 0 0,0 0 0,0 0 0,0 1 0,0-1 0,0 0 0,1 0 0,-1 0 0,0 0 0,0 1 0,0-1 0,0 0 0,0 0 0,0 0 0,0 0 0,0 0 0,0 1 0,0-1 0,1 0 0,-1 0 0,0 0 0,0 0 0,0 0 0,0 0 0,0 0 0,1 0 0,-1 1 0,0-1 0,0 0 0,0 0 0,0 0 0,0 0 0,1 0 0,-1 0 0,0 0 0,0 0 0,0 0 0,0 0 0,1 0 0,-1 0 0,0 0 0,0 0 0,0 0 0,0 0 0,1 0 0,-1 0 0,0-1 0,16 6 0,-6-4 0,0-2 0,0 0 0,0 0 0,0-1 0,0 0 0,16-6 0,-14 4 0,0 1 0,0 0 0,0 1 0,1 0 0,12 0 0,-22 2 0,1 0 0,-1 1 0,0-1 0,0 1 0,1 0 0,-1 0 0,0 0 0,0 0 0,0 0 0,0 1 0,0-1 0,0 1 0,0 0 0,-1 0 0,1 0 0,-1 0 0,1 1 0,-1-1 0,0 1 0,0-1 0,0 1 0,0 0 0,1 3 0,13 23-98,-14-23 19,1 0-1,0 0 1,0-1 0,0 1 0,0-1 0,1 0 0,0 0-1,0 0 1,1-1 0,-1 1 0,1-1 0,0 0 0,0 0-1,0-1 1,8 4 0,18 6-6747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41.030"/>
    </inkml:context>
    <inkml:brush xml:id="br0">
      <inkml:brushProperty name="width" value="0.035" units="cm"/>
      <inkml:brushProperty name="height" value="0.035" units="cm"/>
      <inkml:brushProperty name="color" value="#E71224"/>
    </inkml:brush>
  </inkml:definitions>
  <inkml:trace contextRef="#ctx0" brushRef="#br0">1 231 24575,'4'0'0,"0"0"0,0 0 0,0 0 0,0-1 0,0 0 0,-1 1 0,1-2 0,0 1 0,0 0 0,-1-1 0,1 1 0,0-1 0,-1 0 0,0 0 0,1-1 0,-1 1 0,0-1 0,0 1 0,0-1 0,-1 0 0,1 0 0,-1 0 0,1-1 0,-1 1 0,0 0 0,-1-1 0,1 0 0,0 1 0,-1-1 0,0 0 0,0 0 0,0 0 0,0 0 0,-1 1 0,1-1 0,-1 0 0,0 0 0,0 0 0,-1 0 0,1 0 0,-1 0 0,0 0 0,0 0 0,0 0 0,-1 1 0,1-1 0,-1 0 0,0 1 0,0-1 0,0 1 0,0 0 0,-5-6 0,-21-12 0,24 18 0,0 0 0,-1 0 0,1 0 0,1 0 0,-1-1 0,0 1 0,-3-6 0,7 9 0,0-1 0,0 1 0,-1-1 0,1 1 0,0-1 0,0 0 0,0 1 0,0-1 0,0 1 0,0-1 0,0 0 0,0 1 0,0-1 0,0 0 0,0 1 0,0-1 0,0 1 0,1-1 0,-1 1 0,0-1 0,0 0 0,1 1 0,-1-1 0,0 1 0,1-1 0,-1 1 0,0-1 0,1 1 0,-1 0 0,1-1 0,-1 1 0,1-1 0,-1 1 0,1 0 0,-1-1 0,1 1 0,-1 0 0,1 0 0,-1 0 0,1-1 0,0 1 0,-1 0 0,1 0 0,-1 0 0,1 0 0,0 0 0,0 0 0,31-4 0,-24 5 7,0 1 0,0 1 0,0-1 0,0 1 0,-1 0 0,1 1 0,-1 0 0,0 0 0,0 1 0,0 0 0,-1 0 0,0 0 0,0 1 0,0 0 0,5 8 0,46 35-181,-53-46 74,1 0 0,-1-1-1,1 1 1,0-1 0,0 0 0,0-1-1,0 1 1,0-1 0,0 0 0,1 0-1,-1-1 1,7 1 0,14-4-6726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41.576"/>
    </inkml:context>
    <inkml:brush xml:id="br0">
      <inkml:brushProperty name="width" value="0.035" units="cm"/>
      <inkml:brushProperty name="height" value="0.035" units="cm"/>
      <inkml:brushProperty name="color" value="#E71224"/>
    </inkml:brush>
  </inkml:definitions>
  <inkml:trace contextRef="#ctx0" brushRef="#br0">64 37 24575,'0'10'0,"0"1"0,1-1 0,1 0 0,0 0 0,0 0 0,1-1 0,0 1 0,0 0 0,10 16 0,-11-22 0,0 0 0,1 0 0,0 0 0,0 0 0,0-1 0,1 1 0,-1-1 0,1 0 0,-1 0 0,1-1 0,0 1 0,0-1 0,0 1 0,1-1 0,-1-1 0,1 1 0,-1 0 0,1-1 0,-1 0 0,1 0 0,0-1 0,-1 1 0,7-1 0,-8 0 0,0 0 0,0-1 0,0 0 0,0 1 0,0-1 0,0 0 0,0 0 0,-1 0 0,1-1 0,0 1 0,-1-1 0,1 1 0,-1-1 0,1 0 0,-1 0 0,0 0 0,0 0 0,0-1 0,0 1 0,0-1 0,0 1 0,-1-1 0,1 1 0,-1-1 0,1 0 0,-1 0 0,0 0 0,0 0 0,-1 1 0,1-1 0,-1-1 0,1-3 0,0 2 0,-1 0 0,1 1 0,-1-1 0,0 0 0,-1 0 0,1 0 0,-1 0 0,0 1 0,0-1 0,0 0 0,-1 1 0,0-1 0,0 1 0,0-1 0,0 1 0,0 0 0,-1 0 0,0 0 0,-6-6 0,2 5 11,0 0 0,-1 0 0,1 1 0,-1 0 0,0 0 0,0 1-1,-1 0 1,1 0 0,-1 1 0,-12-2 0,15 3-94,0 0 1,0 1-1,1 0 1,-1 0-1,0 1 1,1-1-1,-1 1 1,0 0-1,1 1 1,-1-1-1,1 1 1,-1 0-1,1 0 1,0 1-1,0 0 1,0 0-1,-4 3 1,-15 19-6744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42.233"/>
    </inkml:context>
    <inkml:brush xml:id="br0">
      <inkml:brushProperty name="width" value="0.035" units="cm"/>
      <inkml:brushProperty name="height" value="0.035" units="cm"/>
      <inkml:brushProperty name="color" value="#E71224"/>
    </inkml:brush>
  </inkml:definitions>
  <inkml:trace contextRef="#ctx0" brushRef="#br0">83 286 24575,'-1'-12'0,"0"1"0,-1-1 0,0 1 0,-1 0 0,0 0 0,-1-1 0,0 2 0,-1-1 0,0 1 0,0-1 0,-1 1 0,-14-16 0,15 18 0,2 3 0,1-1 0,0 1 0,0 0 0,0 0 0,1-1 0,-1 1 0,1-1 0,0 0 0,1 1 0,0-1 0,0 0 0,0-7 0,0 11 0,0 1 0,0-1 0,1 0 0,-1 1 0,0-1 0,1 0 0,-1 1 0,0-1 0,1 1 0,0-1 0,-1 0 0,1 1 0,0 0 0,0-1 0,0 1 0,0-1 0,0 1 0,0 0 0,1 0 0,-1 0 0,0-1 0,0 1 0,1 1 0,-1-1 0,1 0 0,-1 0 0,1 0 0,-1 1 0,1-1 0,0 1 0,-1-1 0,1 1 0,-1 0 0,1-1 0,0 1 0,0 0 0,-1 0 0,1 0 0,0 0 0,-1 1 0,1-1 0,0 0 0,2 2 0,5 1 0,0 1 0,0 0 0,-1 1 0,0 0 0,0 0 0,0 0 0,11 11 0,-13-10 0,-1-1 0,1-1 0,-1 1 0,1-1 0,1 0 0,-1 0 0,0-1 0,1 0 0,0 0 0,0 0 0,0-1 0,0 0 0,0 0 0,0-1 0,15 1 0,-16-3-105,0 1 0,1-1 0,-1-1 0,0 1 0,0-1 0,1 0 0,-1 0 0,-1-1 0,1 0 0,0 0 0,-1 0 0,6-5 0,21-20-6721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53.638"/>
    </inkml:context>
    <inkml:brush xml:id="br0">
      <inkml:brushProperty name="width" value="0.035" units="cm"/>
      <inkml:brushProperty name="height" value="0.035" units="cm"/>
    </inkml:brush>
  </inkml:definitions>
  <inkml:trace contextRef="#ctx0" brushRef="#br0">0 0 24575,'0'0'-8191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57.981"/>
    </inkml:context>
    <inkml:brush xml:id="br0">
      <inkml:brushProperty name="width" value="0.035" units="cm"/>
      <inkml:brushProperty name="height" value="0.035" units="cm"/>
    </inkml:brush>
  </inkml:definitions>
  <inkml:trace contextRef="#ctx0" brushRef="#br0">442 1 24575,'-3'1'0,"1"0"0,-1 1 0,1-1 0,0 1 0,0-1 0,0 1 0,0 0 0,0 0 0,0 0 0,0 0 0,1 0 0,-3 5 0,-6 5 0,-53 56 0,3 4 0,3 2 0,4 2 0,-55 103 0,96-153 0,2 0 0,1 1 0,1 0 0,1 1 0,1 0 0,2 0 0,0 0 0,2 0 0,2 39 0,3-21 0,2 0 0,1 0 0,3-1 0,27 86 0,-32-121-227,0 1-1,0-1 1,1 0-1,1 0 1,9 13-1,0-6-6598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58.872"/>
    </inkml:context>
    <inkml:brush xml:id="br0">
      <inkml:brushProperty name="width" value="0.035" units="cm"/>
      <inkml:brushProperty name="height" value="0.035" units="cm"/>
    </inkml:brush>
  </inkml:definitions>
  <inkml:trace contextRef="#ctx0" brushRef="#br0">1 0 24575,'0'7'0,"13"1"0,18 14 0,10 2 0,4-2 0,9 1 0,1-3 0,-8-5-8191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7:59.653"/>
    </inkml:context>
    <inkml:brush xml:id="br0">
      <inkml:brushProperty name="width" value="0.035" units="cm"/>
      <inkml:brushProperty name="height" value="0.035" units="cm"/>
    </inkml:brush>
  </inkml:definitions>
  <inkml:trace contextRef="#ctx0" brushRef="#br0">82 52 24575,'6'0'0,"16"0"0,4-7 0,-2-9 0,-13-1 0,-7 8 0,-11 6 0,-5 17 0,0 13 0,-5 14 0,1 8 0,3 2 0,-10 5 0,-13-6 0,-2-13-8191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1.544"/>
    </inkml:context>
    <inkml:brush xml:id="br0">
      <inkml:brushProperty name="width" value="0.035" units="cm"/>
      <inkml:brushProperty name="height" value="0.035" units="cm"/>
    </inkml:brush>
  </inkml:definitions>
  <inkml:trace contextRef="#ctx0" brushRef="#br0">81 33 24575,'0'-7'0,"-14"-8"0,-3 4 0,0 11 0,3 26 0,4 21 0,4 16 0,3 11 0,9 6 0,3 3 0,0 0 0,-1-14-8191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2.091"/>
    </inkml:context>
    <inkml:brush xml:id="br0">
      <inkml:brushProperty name="width" value="0.035" units="cm"/>
      <inkml:brushProperty name="height" value="0.035" units="cm"/>
    </inkml:brush>
  </inkml:definitions>
  <inkml:trace contextRef="#ctx0" brushRef="#br0">83 1 24575,'6'0'0,"16"0"0,17 0 0,16 0 0,-2 13 0,-10 18 0,-19 4 0,-13 2 0,-22-5 0,-16 5 0,-10-4 0,-11-7 0,-12-8 0,-2-13 0,10-16 0,13-4-8191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2.809"/>
    </inkml:context>
    <inkml:brush xml:id="br0">
      <inkml:brushProperty name="width" value="0.035" units="cm"/>
      <inkml:brushProperty name="height" value="0.035" units="cm"/>
    </inkml:brush>
  </inkml:definitions>
  <inkml:trace contextRef="#ctx0" brushRef="#br0">1 103 24575,'25'0'0,"-5"1"0,-1-1 0,1-1 0,26-5 0,-42 5 0,1 0 0,-1 0 0,0 0 0,-1 0 0,1-1 0,0 1 0,0-1 0,-1 0 0,1 0 0,-1-1 0,1 1 0,-1-1 0,0 1 0,0-1 0,0 0 0,0 0 0,-1-1 0,1 1 0,-1 0 0,0-1 0,3-6 0,-4 9 0,-1 0 0,1 0 0,-1 0 0,0 0 0,1 0 0,-1 0 0,0 0 0,0-1 0,0 1 0,0 0 0,0 0 0,0 0 0,0 0 0,0 0 0,0-1 0,0 1 0,-1 0 0,1 0 0,-1 0 0,1 0 0,0 0 0,-1 0 0,0 0 0,1 0 0,-1 0 0,0 0 0,1 0 0,-1 0 0,0 0 0,0 1 0,0-1 0,0 0 0,0 1 0,1-1 0,-1 0 0,-1 1 0,1-1 0,0 1 0,0 0 0,0-1 0,0 1 0,0 0 0,0-1 0,0 1 0,0 0 0,-1 0 0,0 0 0,-3 0 0,0-1 0,1 1 0,-1 0 0,0 1 0,0-1 0,1 1 0,-1 0 0,0 0 0,1 0 0,-7 4 0,5-1 0,-1 1 0,2 0 0,-1 0 0,0 0 0,1 1 0,0 0 0,1 0 0,-1 1 0,1-1 0,0 1 0,1 0 0,-1 0 0,1 0 0,1 0 0,0 0 0,0 1 0,-2 14 0,2-15 0,1-1 0,0 0 0,1 1 0,-1-1 0,1 1 0,1-1 0,-1 1 0,1-1 0,0 0 0,0 1 0,1-1 0,0 0 0,0 0 0,1 0 0,-1 0 0,1 0 0,1-1 0,-1 1 0,1-1 0,0 0 0,8 9 0,-9-11 6,1-1-1,-1 0 0,0-1 1,1 1-1,-1 0 0,1-1 1,-1 0-1,1 0 1,0 0-1,-1 0 0,1 0 1,0-1-1,0 0 0,-1 0 1,1 0-1,0 0 0,0 0 1,0-1-1,-1 0 1,1 0-1,4-1 0,1-1-190,0-1-1,-1 0 1,0-1 0,0 1-1,0-1 1,0-1-1,9-9 1,17-19-6641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3.340"/>
    </inkml:context>
    <inkml:brush xml:id="br0">
      <inkml:brushProperty name="width" value="0.035" units="cm"/>
      <inkml:brushProperty name="height" value="0.035" units="cm"/>
    </inkml:brush>
  </inkml:definitions>
  <inkml:trace contextRef="#ctx0" brushRef="#br0">268 27 24575,'0'-1'0,"0"0"0,0 0 0,0 0 0,-1-1 0,1 1 0,0 0 0,-1 0 0,1 0 0,-1 0 0,1 0 0,-1 0 0,0 0 0,1 0 0,-1 0 0,0 0 0,0 0 0,0 0 0,0 1 0,0-1 0,0 0 0,0 0 0,0 1 0,0-1 0,0 1 0,0-1 0,0 1 0,0-1 0,0 1 0,-1 0 0,1 0 0,0-1 0,-2 1 0,-1 0 0,0-1 0,0 1 0,0 0 0,0 0 0,0 1 0,0-1 0,1 1 0,-1 0 0,-5 2 0,-2 2 0,0 0 0,0 1 0,0 0 0,-15 14 0,23-19 0,1 1 0,0-1 0,0 0 0,0 1 0,1 0 0,-1-1 0,0 1 0,1 0 0,-1 0 0,1 0 0,-1 0 0,1 0 0,0 0 0,0 1 0,0-1 0,0 0 0,0 0 0,1 1 0,-1-1 0,1 1 0,-1-1 0,1 1 0,0-1 0,0 0 0,0 1 0,0-1 0,1 1 0,-1-1 0,1 1 0,0 3 0,3-3 0,-1 1 0,0-1 0,1 0 0,0-1 0,0 1 0,0 0 0,0-1 0,0 0 0,0 0 0,0-1 0,1 1 0,-1-1 0,7 2 0,21 8 0,-24-6 0,0 0 0,0 0 0,0 1 0,-1 0 0,1 0 0,-2 1 0,1 0 0,-1 0 0,0 0 0,5 9 0,-9-13 0,0-1 0,-1 1 0,1-1 0,-1 1 0,0 0 0,0 0 0,0-1 0,0 1 0,-1 0 0,1 0 0,-1 0 0,0 0 0,0 0 0,0 0 0,0 0 0,0 0 0,0-1 0,-1 1 0,0 0 0,1 0 0,-1 0 0,0 0 0,0-1 0,-1 1 0,1 0 0,0-1 0,-1 1 0,0-1 0,1 0 0,-1 1 0,0-1 0,0 0 0,-1 0 0,1 0 0,-4 2 0,-2 1-65,-1 0 0,0-1 0,0 0 0,-1-1 0,1 0 0,-1 0 0,1-1 0,-1 0 0,0-1 0,0 0 0,1-1 0,-1 0 0,0 0 0,0-1 0,0 0 0,0-1 0,1 0 0,-1 0 0,1-1 0,-15-7 0,-21-13-6761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3.762"/>
    </inkml:context>
    <inkml:brush xml:id="br0">
      <inkml:brushProperty name="width" value="0.035" units="cm"/>
      <inkml:brushProperty name="height" value="0.035" units="cm"/>
    </inkml:brush>
  </inkml:definitions>
  <inkml:trace contextRef="#ctx0" brushRef="#br0">1 0 24575,'0'14'0,"0"10"0,0 15 0,0 7 0,0 3 0,6-1 0,3 6 0,-1-1 0,-1-2 0,4-11 0,1 3 0,11-8 0,16-21 0,13-28 0,-1-10-8191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3.997"/>
    </inkml:context>
    <inkml:brush xml:id="br0">
      <inkml:brushProperty name="width" value="0.035" units="cm"/>
      <inkml:brushProperty name="height" value="0.035" units="cm"/>
    </inkml:brush>
  </inkml:definitions>
  <inkml:trace contextRef="#ctx0" brushRef="#br0">0 24 24575,'7'0'0,"9"0"0,14 0 0,17 0 0,5 0 0,2-6 0,4-3 0,-7 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4.622"/>
    </inkml:context>
    <inkml:brush xml:id="br0">
      <inkml:brushProperty name="width" value="0.035" units="cm"/>
      <inkml:brushProperty name="height" value="0.035" units="cm"/>
    </inkml:brush>
  </inkml:definitions>
  <inkml:trace contextRef="#ctx0" brushRef="#br0">165 56 24575,'-1'-3'0,"1"1"0,0-1 0,-1 1 0,1 0 0,-1-1 0,0 1 0,1 0 0,-1 0 0,0-1 0,-1 1 0,1 0 0,0 0 0,-1 0 0,1 0 0,-1 0 0,1 0 0,-1 1 0,0-1 0,0 1 0,0-1 0,0 1 0,0-1 0,0 1 0,0 0 0,0 0 0,-1 0 0,1 0 0,0 1 0,-1-1 0,1 1 0,0-1 0,-5 1 0,4-1 0,-1 1 0,1-1 0,-1 1 0,0 0 0,1 1 0,-1-1 0,1 1 0,-1-1 0,1 1 0,-1 0 0,1 0 0,0 1 0,-1-1 0,1 1 0,0-1 0,0 1 0,0 0 0,0 0 0,0 1 0,1-1 0,-1 0 0,-3 5 0,2 1 0,0-1 0,0 1 0,1 0 0,0 1 0,1-1 0,0 0 0,0 1 0,-1 15 0,0 76 0,3-68 0,0-23 0,-2 36 0,2 1 0,2 0 0,2-1 0,2 0 0,20 76 0,-20-104-117,0-1-91,0 1 0,-2-1 0,0 1 0,-1 0 0,2 23 0,-7-10-6618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4.809"/>
    </inkml:context>
    <inkml:brush xml:id="br0">
      <inkml:brushProperty name="width" value="0.035" units="cm"/>
      <inkml:brushProperty name="height" value="0.035" units="cm"/>
    </inkml:brush>
  </inkml:definitions>
  <inkml:trace contextRef="#ctx0" brushRef="#br0">1 113 24575,'13'-13'0,"18"-5"0,16 1 0,8 4 0,-6-4 0,2 2 0,-1 3 0,-9 4-8191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5.153"/>
    </inkml:context>
    <inkml:brush xml:id="br0">
      <inkml:brushProperty name="width" value="0.035" units="cm"/>
      <inkml:brushProperty name="height" value="0.035" units="cm"/>
    </inkml:brush>
  </inkml:definitions>
  <inkml:trace contextRef="#ctx0" brushRef="#br0">0 1 24575,'0'13'0,"0"18"0,0 17 0,0 13 0,0-3-8191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5.434"/>
    </inkml:context>
    <inkml:brush xml:id="br0">
      <inkml:brushProperty name="width" value="0.035" units="cm"/>
      <inkml:brushProperty name="height" value="0.035" units="cm"/>
    </inkml:brush>
  </inkml:definitions>
  <inkml:trace contextRef="#ctx0" brushRef="#br0">0 17 24575,'0'-7'0,"0"-2"-8191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5.778"/>
    </inkml:context>
    <inkml:brush xml:id="br0">
      <inkml:brushProperty name="width" value="0.035" units="cm"/>
      <inkml:brushProperty name="height" value="0.035" units="cm"/>
    </inkml:brush>
  </inkml:definitions>
  <inkml:trace contextRef="#ctx0" brushRef="#br0">0 1 24575,'7'7'0,"2"15"0,-1 10 0,-1 7 0,-2 4 0,-2 7 0,-1 2 0,-1-1 0,12 4 0,4-1 0,6-10 0,13-11 0,12-33 0,-1-15-8191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5.996"/>
    </inkml:context>
    <inkml:brush xml:id="br0">
      <inkml:brushProperty name="width" value="0.035" units="cm"/>
      <inkml:brushProperty name="height" value="0.035" units="cm"/>
    </inkml:brush>
  </inkml:definitions>
  <inkml:trace contextRef="#ctx0" brushRef="#br0">1 93 24575,'13'0'0,"18"0"0,17-14 0,7-3 0,-6-13 0,-12-1-8191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6.372"/>
    </inkml:context>
    <inkml:brush xml:id="br0">
      <inkml:brushProperty name="width" value="0.035" units="cm"/>
      <inkml:brushProperty name="height" value="0.035" units="cm"/>
    </inkml:brush>
  </inkml:definitions>
  <inkml:trace contextRef="#ctx0" brushRef="#br0">0 1 24575,'0'6'0,"0"16"0,0 17 0,0 16 0,0 11 0,7 8 0,1 5 0,1-5 0,4-14 0,1-5 0,-3-5 0,-2-10-8191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6.621"/>
    </inkml:context>
    <inkml:brush xml:id="br0">
      <inkml:brushProperty name="width" value="0.035" units="cm"/>
      <inkml:brushProperty name="height" value="0.035" units="cm"/>
    </inkml:brush>
  </inkml:definitions>
  <inkml:trace contextRef="#ctx0" brushRef="#br0">1 0 24575,'0'14'0,"0"24"0,0 12 0,7-3 0,2-15 0,-1-13-8191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06.871"/>
    </inkml:context>
    <inkml:brush xml:id="br0">
      <inkml:brushProperty name="width" value="0.035" units="cm"/>
      <inkml:brushProperty name="height" value="0.035" units="cm"/>
    </inkml:brush>
  </inkml:definitions>
  <inkml:trace contextRef="#ctx0" brushRef="#br0">1 95 24575,'0'-6'0,"0"-17"0,0-10 0,0 1-8191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18.761"/>
    </inkml:context>
    <inkml:brush xml:id="br0">
      <inkml:brushProperty name="width" value="0.035" units="cm"/>
      <inkml:brushProperty name="height" value="0.035" units="cm"/>
    </inkml:brush>
  </inkml:definitions>
  <inkml:trace contextRef="#ctx0" brushRef="#br0">0 80 24575,'1'-18'0,"1"23"0,9 24 0,10 18 0,-18-39 0,0 0 0,0-1 0,1 1 0,0-1 0,0 1 0,0-1 0,7 7 0,-11-14 0,0 0 0,1 0 0,-1 0 0,0 0 0,0 0 0,0 0 0,1 0 0,-1 0 0,0 0 0,0 0 0,1 0 0,-1 0 0,0 0 0,0 0 0,1 0 0,-1 0 0,0 0 0,0 0 0,0 0 0,1 0 0,-1-1 0,0 1 0,0 0 0,0 0 0,1 0 0,-1 0 0,0 0 0,0-1 0,0 1 0,0 0 0,0 0 0,1 0 0,-1-1 0,0 1 0,0 0 0,0 0 0,0 0 0,0-1 0,0 1 0,0 0 0,0 0 0,0-1 0,0 1 0,0 0 0,0 0 0,0-1 0,0 1 0,0 0 0,0 0 0,0 0 0,0-1 0,0 1 0,2-17 0,-1 14 0,-1-14 0,2 1 0,0 0 0,1 0 0,8-25 0,-10 37 0,1 0 0,0 0 0,0-1 0,0 1 0,1 1 0,0-1 0,-1 0 0,1 1 0,1-1 0,-1 1 0,0 0 0,1 0 0,0 0 0,-1 0 0,1 1 0,0-1 0,0 1 0,1 0 0,-1 1 0,0-1 0,6-1 0,-5 1 0,1 1 0,-1-1 0,1 1 0,-1 0 0,1 1 0,0-1 0,-1 1 0,1 0 0,0 1 0,-1-1 0,1 1 0,0 0 0,-1 1 0,1-1 0,-1 1 0,0 0 0,0 0 0,1 1 0,-1 0 0,-1 0 0,1 0 0,0 0 0,-1 1 0,0-1 0,1 1 0,-2 0 0,1 1 0,0-1 0,-1 1 0,0-1 0,0 1 0,0 0 0,2 6 0,19 44-1365,-6-2-5461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19.542"/>
    </inkml:context>
    <inkml:brush xml:id="br0">
      <inkml:brushProperty name="width" value="0.035" units="cm"/>
      <inkml:brushProperty name="height" value="0.035" units="cm"/>
    </inkml:brush>
  </inkml:definitions>
  <inkml:trace contextRef="#ctx0" brushRef="#br0">8 191 24575,'23'0'0,"-9"1"0,0-1 0,0-1 0,0 0 0,0 0 0,25-8 0,-35 8 0,-1-1 0,1 1 0,-1-1 0,1 0 0,-1 0 0,0-1 0,0 1 0,1-1 0,-2 1 0,1-1 0,0 0 0,-1 0 0,1 0 0,-1-1 0,0 1 0,0-1 0,0 1 0,0-1 0,-1 1 0,0-1 0,1 0 0,-1 0 0,-1 0 0,1 0 0,0-4 0,-1 4 0,0 0 0,0 1 0,0-1 0,0 0 0,-1 0 0,0 1 0,0-1 0,0 0 0,0 1 0,0-1 0,-1 1 0,1-1 0,-1 1 0,0 0 0,0 0 0,-1-1 0,1 2 0,0-1 0,-1 0 0,0 0 0,0 1 0,1-1 0,-2 1 0,1 0 0,0 0 0,0 0 0,-1 0 0,-3-1 0,4 2 0,0 0 0,0-1 0,-1 1 0,1 0 0,0 1 0,-1-1 0,1 1 0,0-1 0,-1 1 0,1 0 0,-1 0 0,1 0 0,-1 1 0,1-1 0,0 1 0,-1 0 0,1 0 0,0 0 0,0 0 0,0 1 0,0-1 0,0 1 0,0 0 0,0 0 0,0 0 0,0 0 0,1 0 0,-1 1 0,1-1 0,0 1 0,-3 3 0,0 4 0,-1 1 0,1 0 0,1 0 0,0 0 0,1 0 0,0 1 0,1-1 0,-2 13 0,-2 100 0,6-103 0,-1-6 0,1-1 0,1 0 0,0 0 0,1 0 0,1 0 0,0 0 0,9 25 0,-9-34 0,0 1 0,0-1 0,0 0 0,1 0 0,-1 0 0,1-1 0,0 1 0,1-1 0,-1 0 0,1 0 0,0 0 0,0-1 0,0 0 0,0 0 0,1 0 0,-1 0 0,1-1 0,-1 0 0,1 0 0,0-1 0,8 2 0,-6-2-65,1 0 0,0 0 0,0-1 0,0 0 0,0 0 0,0-1 0,0 0 0,-1-1 0,1 0 0,0 0 0,-1-1 0,1 0 0,-1 0 0,0-1 0,0 0 0,-1-1 0,1 0 0,-1 0 0,0-1 0,12-11 0,8-18-6761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39.260"/>
    </inkml:context>
    <inkml:brush xml:id="br0">
      <inkml:brushProperty name="width" value="0.035" units="cm"/>
      <inkml:brushProperty name="height" value="0.035" units="cm"/>
    </inkml:brush>
  </inkml:definitions>
  <inkml:trace contextRef="#ctx0" brushRef="#br0">1 0 24575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42.353"/>
    </inkml:context>
    <inkml:brush xml:id="br0">
      <inkml:brushProperty name="width" value="0.035" units="cm"/>
      <inkml:brushProperty name="height" value="0.035" units="cm"/>
    </inkml:brush>
  </inkml:definitions>
  <inkml:trace contextRef="#ctx0" brushRef="#br0">0 1 24575,'0'0'-8191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43.353"/>
    </inkml:context>
    <inkml:brush xml:id="br0">
      <inkml:brushProperty name="width" value="0.035" units="cm"/>
      <inkml:brushProperty name="height" value="0.035" units="cm"/>
    </inkml:brush>
  </inkml:definitions>
  <inkml:trace contextRef="#ctx0" brushRef="#br0">0 0 24575,'7'0'0,"2"0"-8191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9T06:18:48.607"/>
    </inkml:context>
    <inkml:brush xml:id="br0">
      <inkml:brushProperty name="width" value="0.035" units="cm"/>
      <inkml:brushProperty name="height" value="0.035" units="cm"/>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155DAC-08FA-4A6B-A727-901FA826DBC7}" type="datetimeFigureOut">
              <a:rPr lang="en-IN" smtClean="0"/>
              <a:t>10-02-2026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56F05D-5573-41A7-BCD4-339E0FDD0126}" type="slidenum">
              <a:rPr lang="en-IN" smtClean="0"/>
              <a:t>‹#›</a:t>
            </a:fld>
            <a:endParaRPr lang="en-IN"/>
          </a:p>
        </p:txBody>
      </p:sp>
    </p:spTree>
    <p:extLst>
      <p:ext uri="{BB962C8B-B14F-4D97-AF65-F5344CB8AC3E}">
        <p14:creationId xmlns:p14="http://schemas.microsoft.com/office/powerpoint/2010/main" val="738274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After Students are trained by a faculty on one particular unit of AML then they have to answer IT where paper is set by the same faculty. After looking at the result it was found that many students got less marks this is where we can say that there was high error on training data which is same as </a:t>
            </a:r>
            <a:r>
              <a:rPr lang="en-US"/>
              <a:t>high bias.</a:t>
            </a:r>
            <a:endParaRPr lang="en-IN"/>
          </a:p>
        </p:txBody>
      </p:sp>
      <p:sp>
        <p:nvSpPr>
          <p:cNvPr id="4" name="Slide Number Placeholder 3"/>
          <p:cNvSpPr>
            <a:spLocks noGrp="1"/>
          </p:cNvSpPr>
          <p:nvPr>
            <p:ph type="sldNum" sz="quarter" idx="5"/>
          </p:nvPr>
        </p:nvSpPr>
        <p:spPr/>
        <p:txBody>
          <a:bodyPr/>
          <a:lstStyle/>
          <a:p>
            <a:fld id="{C356F05D-5573-41A7-BCD4-339E0FDD0126}" type="slidenum">
              <a:rPr lang="en-IN" smtClean="0"/>
              <a:t>15</a:t>
            </a:fld>
            <a:endParaRPr lang="en-IN"/>
          </a:p>
        </p:txBody>
      </p:sp>
    </p:spTree>
    <p:extLst>
      <p:ext uri="{BB962C8B-B14F-4D97-AF65-F5344CB8AC3E}">
        <p14:creationId xmlns:p14="http://schemas.microsoft.com/office/powerpoint/2010/main" val="3319951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use a simple example: </a:t>
            </a:r>
            <a:r>
              <a:rPr lang="en-US" b="1" dirty="0"/>
              <a:t>Predicting if a student will pass an exam based on how many hours they studied.</a:t>
            </a:r>
            <a:endParaRPr lang="en-US" dirty="0"/>
          </a:p>
          <a:p>
            <a:r>
              <a:rPr lang="en-US" sz="1200" b="1" kern="1200" dirty="0">
                <a:solidFill>
                  <a:schemeClr val="tx1"/>
                </a:solidFill>
                <a:effectLst/>
                <a:latin typeface="+mn-lt"/>
                <a:ea typeface="+mn-ea"/>
                <a:cs typeface="+mn-cs"/>
              </a:rPr>
              <a:t>1. The Problem: The Law of Large Numbers vs. The Reality</a:t>
            </a:r>
          </a:p>
          <a:p>
            <a:r>
              <a:rPr lang="en-US" sz="1200" kern="1200" dirty="0">
                <a:solidFill>
                  <a:schemeClr val="tx1"/>
                </a:solidFill>
                <a:effectLst/>
                <a:latin typeface="+mn-lt"/>
                <a:ea typeface="+mn-ea"/>
                <a:cs typeface="+mn-cs"/>
              </a:rPr>
              <a:t>Imagine you have a small dataset of 5 students.</a:t>
            </a:r>
          </a:p>
          <a:p>
            <a:r>
              <a:rPr lang="en-US" sz="1200" b="1" kern="1200" dirty="0">
                <a:solidFill>
                  <a:schemeClr val="tx1"/>
                </a:solidFill>
                <a:effectLst/>
                <a:latin typeface="+mn-lt"/>
                <a:ea typeface="+mn-ea"/>
                <a:cs typeface="+mn-cs"/>
              </a:rPr>
              <a:t>Empirical Risk (R_{emp}):</a:t>
            </a:r>
            <a:r>
              <a:rPr lang="en-US" sz="1200" kern="1200" dirty="0">
                <a:solidFill>
                  <a:schemeClr val="tx1"/>
                </a:solidFill>
                <a:effectLst/>
                <a:latin typeface="+mn-lt"/>
                <a:ea typeface="+mn-ea"/>
                <a:cs typeface="+mn-cs"/>
              </a:rPr>
              <a:t> This is your "Training Error." If you find a crazy, wiggly mathematical function that perfectly hits every data point in your 5-student sample, your R_{emp} is </a:t>
            </a:r>
            <a:r>
              <a:rPr lang="en-US" sz="1200" b="1" kern="1200" dirty="0">
                <a:solidFill>
                  <a:schemeClr val="tx1"/>
                </a:solidFill>
                <a:effectLst/>
                <a:latin typeface="+mn-lt"/>
                <a:ea typeface="+mn-ea"/>
                <a:cs typeface="+mn-cs"/>
              </a:rPr>
              <a:t>zero</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True Risk (R):</a:t>
            </a:r>
            <a:r>
              <a:rPr lang="en-US" sz="1200" kern="1200" dirty="0">
                <a:solidFill>
                  <a:schemeClr val="tx1"/>
                </a:solidFill>
                <a:effectLst/>
                <a:latin typeface="+mn-lt"/>
                <a:ea typeface="+mn-ea"/>
                <a:cs typeface="+mn-cs"/>
              </a:rPr>
              <a:t> This is the error the model would make on </a:t>
            </a:r>
            <a:r>
              <a:rPr lang="en-US" sz="1200" i="1" kern="1200" dirty="0">
                <a:solidFill>
                  <a:schemeClr val="tx1"/>
                </a:solidFill>
                <a:effectLst/>
                <a:latin typeface="+mn-lt"/>
                <a:ea typeface="+mn-ea"/>
                <a:cs typeface="+mn-cs"/>
              </a:rPr>
              <a:t>every student in the world</a:t>
            </a:r>
            <a:r>
              <a:rPr lang="en-US" sz="1200" kern="1200" dirty="0">
                <a:solidFill>
                  <a:schemeClr val="tx1"/>
                </a:solidFill>
                <a:effectLst/>
                <a:latin typeface="+mn-lt"/>
                <a:ea typeface="+mn-ea"/>
                <a:cs typeface="+mn-cs"/>
              </a:rPr>
              <a:t>.</a:t>
            </a:r>
          </a:p>
          <a:p>
            <a:r>
              <a:rPr lang="en-US" sz="1200" b="1" kern="1200" dirty="0">
                <a:solidFill>
                  <a:schemeClr val="tx1"/>
                </a:solidFill>
                <a:effectLst/>
                <a:latin typeface="+mn-lt"/>
                <a:ea typeface="+mn-ea"/>
                <a:cs typeface="+mn-cs"/>
              </a:rPr>
              <a:t>The Law of Large Numbers</a:t>
            </a:r>
            <a:r>
              <a:rPr lang="en-US" sz="1200" kern="1200" dirty="0">
                <a:solidFill>
                  <a:schemeClr val="tx1"/>
                </a:solidFill>
                <a:effectLst/>
                <a:latin typeface="+mn-lt"/>
                <a:ea typeface="+mn-ea"/>
                <a:cs typeface="+mn-cs"/>
              </a:rPr>
              <a:t> says that if you had infinite students, your training error would eventually equal the true error. But you don't have infinite students. CLT warns us that just because you found a function that works perfectly on those 5 specific students (R_{emp} = 0), it doesn't mean it will work for the rest of the world (R).</a:t>
            </a:r>
          </a:p>
          <a:p>
            <a:endParaRPr lang="en-IN" dirty="0"/>
          </a:p>
        </p:txBody>
      </p:sp>
      <p:sp>
        <p:nvSpPr>
          <p:cNvPr id="4" name="Slide Number Placeholder 3"/>
          <p:cNvSpPr>
            <a:spLocks noGrp="1"/>
          </p:cNvSpPr>
          <p:nvPr>
            <p:ph type="sldNum" sz="quarter" idx="5"/>
          </p:nvPr>
        </p:nvSpPr>
        <p:spPr/>
        <p:txBody>
          <a:bodyPr/>
          <a:lstStyle/>
          <a:p>
            <a:fld id="{C356F05D-5573-41A7-BCD4-339E0FDD0126}" type="slidenum">
              <a:rPr lang="en-IN" smtClean="0"/>
              <a:t>24</a:t>
            </a:fld>
            <a:endParaRPr lang="en-IN"/>
          </a:p>
        </p:txBody>
      </p:sp>
    </p:spTree>
    <p:extLst>
      <p:ext uri="{BB962C8B-B14F-4D97-AF65-F5344CB8AC3E}">
        <p14:creationId xmlns:p14="http://schemas.microsoft.com/office/powerpoint/2010/main" val="38677686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err="1">
                <a:solidFill>
                  <a:schemeClr val="tx1"/>
                </a:solidFill>
                <a:effectLst/>
                <a:latin typeface="+mn-lt"/>
                <a:ea typeface="+mn-ea"/>
                <a:cs typeface="+mn-cs"/>
              </a:rPr>
              <a:t>Vapnik-Chervonenkis</a:t>
            </a:r>
            <a:r>
              <a:rPr lang="en-IN" sz="1200" b="0" i="0" kern="1200" dirty="0">
                <a:solidFill>
                  <a:schemeClr val="tx1"/>
                </a:solidFill>
                <a:effectLst/>
                <a:latin typeface="+mn-lt"/>
                <a:ea typeface="+mn-ea"/>
                <a:cs typeface="+mn-cs"/>
              </a:rPr>
              <a:t> (VC) theory, developed by Vladimir </a:t>
            </a:r>
            <a:r>
              <a:rPr lang="en-IN" sz="1200" b="0" i="0" kern="1200" dirty="0" err="1">
                <a:solidFill>
                  <a:schemeClr val="tx1"/>
                </a:solidFill>
                <a:effectLst/>
                <a:latin typeface="+mn-lt"/>
                <a:ea typeface="+mn-ea"/>
                <a:cs typeface="+mn-cs"/>
              </a:rPr>
              <a:t>Vapnik</a:t>
            </a:r>
            <a:r>
              <a:rPr lang="en-IN" sz="1200" b="0" i="0" kern="1200" dirty="0">
                <a:solidFill>
                  <a:schemeClr val="tx1"/>
                </a:solidFill>
                <a:effectLst/>
                <a:latin typeface="+mn-lt"/>
                <a:ea typeface="+mn-ea"/>
                <a:cs typeface="+mn-cs"/>
              </a:rPr>
              <a:t> and Alexey </a:t>
            </a:r>
            <a:r>
              <a:rPr lang="en-IN" sz="1200" b="0" i="0" kern="1200" dirty="0" err="1">
                <a:solidFill>
                  <a:schemeClr val="tx1"/>
                </a:solidFill>
                <a:effectLst/>
                <a:latin typeface="+mn-lt"/>
                <a:ea typeface="+mn-ea"/>
                <a:cs typeface="+mn-cs"/>
              </a:rPr>
              <a:t>Chervonenkis</a:t>
            </a:r>
            <a:endParaRPr lang="en-IN" sz="1200" b="0" i="0" kern="1200" dirty="0">
              <a:solidFill>
                <a:schemeClr val="tx1"/>
              </a:solidFill>
              <a:effectLst/>
              <a:latin typeface="+mn-lt"/>
              <a:ea typeface="+mn-ea"/>
              <a:cs typeface="+mn-cs"/>
            </a:endParaRPr>
          </a:p>
          <a:p>
            <a:r>
              <a:rPr lang="en-US" dirty="0"/>
              <a:t>The </a:t>
            </a:r>
            <a:r>
              <a:rPr lang="en-US" b="1" dirty="0"/>
              <a:t>VC Dimension</a:t>
            </a:r>
            <a:r>
              <a:rPr lang="en-US" dirty="0"/>
              <a:t> measures the "flexibility" or "capacity" of your model.</a:t>
            </a:r>
          </a:p>
          <a:p>
            <a:r>
              <a:rPr lang="en-US" b="1" dirty="0"/>
              <a:t>Low Capacity:</a:t>
            </a:r>
            <a:r>
              <a:rPr lang="en-US" dirty="0"/>
              <a:t> A simple straight line (Linear Model). It can't fit complex patterns, but it’s hard to "trick" with a few weird data points.</a:t>
            </a:r>
          </a:p>
          <a:p>
            <a:r>
              <a:rPr lang="en-US" b="1" dirty="0"/>
              <a:t>High Capacity:</a:t>
            </a:r>
            <a:r>
              <a:rPr lang="en-US" dirty="0"/>
              <a:t> A high-degree polynomial (a very wiggly curve). It can twist and turn to pass through every single point in your sample.</a:t>
            </a:r>
          </a:p>
          <a:p>
            <a:r>
              <a:rPr lang="en-US" dirty="0"/>
              <a:t>In our study example, a high-capacity model might decide that "Students who study for 4.2 hours and wear blue socks always pass." It fits your small sample perfectly, but it's nonsense.</a:t>
            </a:r>
          </a:p>
          <a:p>
            <a:endParaRPr lang="en-IN" dirty="0"/>
          </a:p>
          <a:p>
            <a:endParaRPr lang="en-IN" dirty="0"/>
          </a:p>
          <a:p>
            <a:endParaRPr lang="en-IN" dirty="0"/>
          </a:p>
          <a:p>
            <a:r>
              <a:rPr lang="en-US" dirty="0"/>
              <a:t>In our exam example, SRM works like this:</a:t>
            </a:r>
          </a:p>
          <a:p>
            <a:r>
              <a:rPr lang="en-US" b="1" dirty="0"/>
              <a:t>Model A (Simple Line):</a:t>
            </a:r>
            <a:r>
              <a:rPr lang="en-US" dirty="0"/>
              <a:t> Has some training error (it misses a few points) but has a </a:t>
            </a:r>
            <a:r>
              <a:rPr lang="en-US" b="1" dirty="0"/>
              <a:t>very low</a:t>
            </a:r>
            <a:r>
              <a:rPr lang="en-US" dirty="0"/>
              <a:t> complexity penalty.</a:t>
            </a:r>
          </a:p>
          <a:p>
            <a:r>
              <a:rPr lang="en-US" b="1" dirty="0"/>
              <a:t>Model B (Complex Curve):</a:t>
            </a:r>
            <a:r>
              <a:rPr lang="en-US" dirty="0"/>
              <a:t> Has zero training error but a </a:t>
            </a:r>
            <a:r>
              <a:rPr lang="en-US" b="1" dirty="0"/>
              <a:t>huge</a:t>
            </a:r>
            <a:r>
              <a:rPr lang="en-US" dirty="0"/>
              <a:t> complexity penalty because it's so "wiggly."</a:t>
            </a:r>
          </a:p>
          <a:p>
            <a:r>
              <a:rPr lang="en-US" b="1" dirty="0"/>
              <a:t>SRM chooses Model A.</a:t>
            </a:r>
            <a:r>
              <a:rPr lang="en-US" dirty="0"/>
              <a:t> Even though it has a slightly higher training error, the "total bound" (Training Error + Complexity) is lower. This suggests Model A is more likely to perform well on future, unseen students.</a:t>
            </a:r>
          </a:p>
          <a:p>
            <a:endParaRPr lang="en-IN" dirty="0"/>
          </a:p>
          <a:p>
            <a:endParaRPr lang="en-IN" dirty="0"/>
          </a:p>
          <a:p>
            <a:endParaRPr lang="en-IN" dirty="0"/>
          </a:p>
        </p:txBody>
      </p:sp>
      <p:sp>
        <p:nvSpPr>
          <p:cNvPr id="4" name="Slide Number Placeholder 3"/>
          <p:cNvSpPr>
            <a:spLocks noGrp="1"/>
          </p:cNvSpPr>
          <p:nvPr>
            <p:ph type="sldNum" sz="quarter" idx="5"/>
          </p:nvPr>
        </p:nvSpPr>
        <p:spPr/>
        <p:txBody>
          <a:bodyPr/>
          <a:lstStyle/>
          <a:p>
            <a:fld id="{C356F05D-5573-41A7-BCD4-339E0FDD0126}" type="slidenum">
              <a:rPr lang="en-IN" smtClean="0"/>
              <a:t>25</a:t>
            </a:fld>
            <a:endParaRPr lang="en-IN"/>
          </a:p>
        </p:txBody>
      </p:sp>
    </p:spTree>
    <p:extLst>
      <p:ext uri="{BB962C8B-B14F-4D97-AF65-F5344CB8AC3E}">
        <p14:creationId xmlns:p14="http://schemas.microsoft.com/office/powerpoint/2010/main" val="2115860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VC Theory is about the </a:t>
            </a:r>
            <a:r>
              <a:rPr lang="en-US" b="1" dirty="0"/>
              <a:t>quality</a:t>
            </a:r>
            <a:r>
              <a:rPr lang="en-US" dirty="0"/>
              <a:t> of the model, </a:t>
            </a:r>
            <a:r>
              <a:rPr lang="en-US" b="1" dirty="0"/>
              <a:t>PAC Learning</a:t>
            </a:r>
            <a:r>
              <a:rPr lang="en-US" dirty="0"/>
              <a:t> is about the </a:t>
            </a:r>
            <a:r>
              <a:rPr lang="en-US" b="1" dirty="0"/>
              <a:t>quantity</a:t>
            </a:r>
            <a:r>
              <a:rPr lang="en-US" dirty="0"/>
              <a:t> of the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Think of PAC Learning as a "Success Guarantee" contract. It acknowledges that in machine learning, we can almost never be 100% certain, so we settle for being </a:t>
            </a:r>
            <a:r>
              <a:rPr lang="en-US" b="1" dirty="0"/>
              <a:t>"Probably Approximately Correct.“</a:t>
            </a:r>
          </a:p>
          <a:p>
            <a:r>
              <a:rPr lang="en-US" sz="1200" b="1" kern="1200" dirty="0">
                <a:solidFill>
                  <a:schemeClr val="tx1"/>
                </a:solidFill>
                <a:effectLst/>
                <a:latin typeface="+mn-lt"/>
                <a:ea typeface="+mn-ea"/>
                <a:cs typeface="+mn-cs"/>
              </a:rPr>
              <a:t>1. The "Approximately" (</a:t>
            </a:r>
            <a:r>
              <a:rPr lang="en-US" sz="1200" b="1" kern="1200" dirty="0">
                <a:solidFill>
                  <a:schemeClr val="tx1"/>
                </a:solidFill>
                <a:effectLst/>
                <a:latin typeface="Cambria Math" panose="02040503050406030204" pitchFamily="18" charset="0"/>
                <a:ea typeface="Cambria Math" panose="02040503050406030204" pitchFamily="18" charset="0"/>
                <a:cs typeface="+mn-cs"/>
              </a:rPr>
              <a:t>𝟄</a:t>
            </a:r>
            <a:r>
              <a:rPr lang="en-US" sz="1200" b="1" kern="1200" dirty="0">
                <a:solidFill>
                  <a:schemeClr val="tx1"/>
                </a:solidFill>
                <a:effectLst/>
                <a:latin typeface="+mn-lt"/>
                <a:ea typeface="+mn-ea"/>
                <a:cs typeface="+mn-cs"/>
              </a:rPr>
              <a:t>- Error)</a:t>
            </a:r>
          </a:p>
          <a:p>
            <a:r>
              <a:rPr lang="en-US" sz="1200" kern="1200" dirty="0">
                <a:solidFill>
                  <a:schemeClr val="tx1"/>
                </a:solidFill>
                <a:effectLst/>
                <a:latin typeface="+mn-lt"/>
                <a:ea typeface="+mn-ea"/>
                <a:cs typeface="+mn-cs"/>
              </a:rPr>
              <a:t>We accept that the model won't be perfect. </a:t>
            </a:r>
            <a:r>
              <a:rPr lang="en-US" sz="1200" b="1" kern="1200" dirty="0">
                <a:solidFill>
                  <a:schemeClr val="tx1"/>
                </a:solidFill>
                <a:effectLst/>
                <a:latin typeface="Cambria Math" panose="02040503050406030204" pitchFamily="18" charset="0"/>
                <a:ea typeface="Cambria Math" panose="02040503050406030204" pitchFamily="18" charset="0"/>
                <a:cs typeface="+mn-cs"/>
              </a:rPr>
              <a:t>𝟄 </a:t>
            </a:r>
            <a:r>
              <a:rPr lang="en-US" sz="1200" kern="1200" dirty="0">
                <a:solidFill>
                  <a:schemeClr val="tx1"/>
                </a:solidFill>
                <a:effectLst/>
                <a:latin typeface="+mn-lt"/>
                <a:ea typeface="+mn-ea"/>
                <a:cs typeface="+mn-cs"/>
              </a:rPr>
              <a:t>is the </a:t>
            </a:r>
            <a:r>
              <a:rPr lang="en-US" sz="1200" b="1" kern="1200" dirty="0">
                <a:solidFill>
                  <a:schemeClr val="tx1"/>
                </a:solidFill>
                <a:effectLst/>
                <a:latin typeface="+mn-lt"/>
                <a:ea typeface="+mn-ea"/>
                <a:cs typeface="+mn-cs"/>
              </a:rPr>
              <a:t>error margin</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If </a:t>
            </a:r>
            <a:r>
              <a:rPr lang="en-US" sz="1200" b="1" kern="1200" dirty="0">
                <a:solidFill>
                  <a:schemeClr val="tx1"/>
                </a:solidFill>
                <a:effectLst/>
                <a:latin typeface="Cambria Math" panose="02040503050406030204" pitchFamily="18" charset="0"/>
                <a:ea typeface="Cambria Math" panose="02040503050406030204" pitchFamily="18" charset="0"/>
                <a:cs typeface="+mn-cs"/>
              </a:rPr>
              <a:t>𝟄</a:t>
            </a:r>
            <a:r>
              <a:rPr lang="en-US" sz="1200" kern="1200" dirty="0">
                <a:solidFill>
                  <a:schemeClr val="tx1"/>
                </a:solidFill>
                <a:effectLst/>
                <a:latin typeface="+mn-lt"/>
                <a:ea typeface="+mn-ea"/>
                <a:cs typeface="+mn-cs"/>
              </a:rPr>
              <a:t>= 0.1, you are saying, "I'm okay if the model is 90% accurate."</a:t>
            </a:r>
          </a:p>
          <a:p>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The smaller the error you want, the more data you need.</a:t>
            </a:r>
          </a:p>
          <a:p>
            <a:r>
              <a:rPr lang="en-US" sz="1200" b="1" kern="1200" dirty="0">
                <a:solidFill>
                  <a:schemeClr val="tx1"/>
                </a:solidFill>
                <a:effectLst/>
                <a:latin typeface="+mn-lt"/>
                <a:ea typeface="+mn-ea"/>
                <a:cs typeface="+mn-cs"/>
              </a:rPr>
              <a:t>2. The "Probably" (</a:t>
            </a:r>
            <a:r>
              <a:rPr lang="en-US" sz="1200" b="1" kern="1200" dirty="0">
                <a:solidFill>
                  <a:schemeClr val="tx1"/>
                </a:solidFill>
                <a:effectLst/>
                <a:latin typeface="Cambria Math" panose="02040503050406030204" pitchFamily="18" charset="0"/>
                <a:ea typeface="Cambria Math" panose="02040503050406030204" pitchFamily="18" charset="0"/>
                <a:cs typeface="+mn-cs"/>
              </a:rPr>
              <a:t>𝟃</a:t>
            </a:r>
            <a:r>
              <a:rPr lang="en-US" sz="1200" b="1" kern="1200" dirty="0">
                <a:solidFill>
                  <a:schemeClr val="tx1"/>
                </a:solidFill>
                <a:effectLst/>
                <a:latin typeface="+mn-lt"/>
                <a:ea typeface="+mn-ea"/>
                <a:cs typeface="+mn-cs"/>
              </a:rPr>
              <a:t> - Failure Probability)</a:t>
            </a:r>
          </a:p>
          <a:p>
            <a:r>
              <a:rPr lang="en-US" sz="1200" kern="1200" dirty="0">
                <a:solidFill>
                  <a:schemeClr val="tx1"/>
                </a:solidFill>
                <a:effectLst/>
                <a:latin typeface="+mn-lt"/>
                <a:ea typeface="+mn-ea"/>
                <a:cs typeface="+mn-cs"/>
              </a:rPr>
              <a:t>Even with great data, there is a tiny chance you get a "weird" sample (like flipping a fair coin 10 times and getting heads every time). </a:t>
            </a:r>
            <a:r>
              <a:rPr lang="en-US" sz="1200" b="1" kern="1200" dirty="0">
                <a:solidFill>
                  <a:schemeClr val="tx1"/>
                </a:solidFill>
                <a:effectLst/>
                <a:latin typeface="Cambria Math" panose="02040503050406030204" pitchFamily="18" charset="0"/>
                <a:ea typeface="Cambria Math" panose="02040503050406030204" pitchFamily="18" charset="0"/>
                <a:cs typeface="+mn-cs"/>
              </a:rPr>
              <a:t>𝟃 </a:t>
            </a:r>
            <a:r>
              <a:rPr lang="en-US" sz="1200" kern="1200" dirty="0">
                <a:solidFill>
                  <a:schemeClr val="tx1"/>
                </a:solidFill>
                <a:effectLst/>
                <a:latin typeface="+mn-lt"/>
                <a:ea typeface="+mn-ea"/>
                <a:cs typeface="+mn-cs"/>
              </a:rPr>
              <a:t>is the </a:t>
            </a:r>
            <a:r>
              <a:rPr lang="en-US" sz="1200" b="1" kern="1200" dirty="0">
                <a:solidFill>
                  <a:schemeClr val="tx1"/>
                </a:solidFill>
                <a:effectLst/>
                <a:latin typeface="+mn-lt"/>
                <a:ea typeface="+mn-ea"/>
                <a:cs typeface="+mn-cs"/>
              </a:rPr>
              <a:t>risk of being totally wrong</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If </a:t>
            </a:r>
            <a:r>
              <a:rPr lang="en-US" sz="1200" b="1" kern="1200" dirty="0">
                <a:solidFill>
                  <a:schemeClr val="tx1"/>
                </a:solidFill>
                <a:effectLst/>
                <a:latin typeface="Cambria Math" panose="02040503050406030204" pitchFamily="18" charset="0"/>
                <a:ea typeface="Cambria Math" panose="02040503050406030204" pitchFamily="18" charset="0"/>
                <a:cs typeface="+mn-cs"/>
              </a:rPr>
              <a:t>𝟃</a:t>
            </a:r>
            <a:r>
              <a:rPr lang="en-US" sz="1200" kern="1200" dirty="0">
                <a:solidFill>
                  <a:schemeClr val="tx1"/>
                </a:solidFill>
                <a:effectLst/>
                <a:latin typeface="+mn-lt"/>
                <a:ea typeface="+mn-ea"/>
                <a:cs typeface="+mn-cs"/>
              </a:rPr>
              <a:t>= 0.05, you are saying, "I want to be 95% confident that my model is actually good."</a:t>
            </a:r>
          </a:p>
          <a:p>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The higher the confidence you want, the more data you need.</a:t>
            </a:r>
          </a:p>
          <a:p>
            <a:r>
              <a:rPr lang="en-US" sz="1200" b="1" kern="1200" dirty="0">
                <a:solidFill>
                  <a:schemeClr val="tx1"/>
                </a:solidFill>
                <a:effectLst/>
                <a:latin typeface="+mn-lt"/>
                <a:ea typeface="+mn-ea"/>
                <a:cs typeface="+mn-cs"/>
              </a:rPr>
              <a:t>3. The "Complexity" (h- VC Dimension)</a:t>
            </a:r>
          </a:p>
          <a:p>
            <a:r>
              <a:rPr lang="en-US" sz="1200" kern="1200" dirty="0">
                <a:solidFill>
                  <a:schemeClr val="tx1"/>
                </a:solidFill>
                <a:effectLst/>
                <a:latin typeface="+mn-lt"/>
                <a:ea typeface="+mn-ea"/>
                <a:cs typeface="+mn-cs"/>
              </a:rPr>
              <a:t>This is how complicated your "guess" is.</a:t>
            </a:r>
          </a:p>
          <a:p>
            <a:r>
              <a:rPr lang="en-US" sz="1200" kern="1200" dirty="0">
                <a:solidFill>
                  <a:schemeClr val="tx1"/>
                </a:solidFill>
                <a:effectLst/>
                <a:latin typeface="+mn-lt"/>
                <a:ea typeface="+mn-ea"/>
                <a:cs typeface="+mn-cs"/>
              </a:rPr>
              <a:t>If I'm just guessing "It's always Heads," that's a simple hypothesis.</a:t>
            </a:r>
          </a:p>
          <a:p>
            <a:r>
              <a:rPr lang="en-US" sz="1200" kern="1200" dirty="0">
                <a:solidFill>
                  <a:schemeClr val="tx1"/>
                </a:solidFill>
                <a:effectLst/>
                <a:latin typeface="+mn-lt"/>
                <a:ea typeface="+mn-ea"/>
                <a:cs typeface="+mn-cs"/>
              </a:rPr>
              <a:t>If I'm using a complex formula involving wind speed, thumb pressure, and gravity, that’s a high-complexity hypothesis.</a:t>
            </a:r>
          </a:p>
          <a:p>
            <a:r>
              <a:rPr lang="en-US" sz="1200" b="1" kern="1200" dirty="0">
                <a:solidFill>
                  <a:schemeClr val="tx1"/>
                </a:solidFill>
                <a:effectLst/>
                <a:latin typeface="+mn-lt"/>
                <a:ea typeface="+mn-ea"/>
                <a:cs typeface="+mn-cs"/>
              </a:rPr>
              <a:t>The Rule:</a:t>
            </a:r>
            <a:r>
              <a:rPr lang="en-US" sz="1200" kern="1200" dirty="0">
                <a:solidFill>
                  <a:schemeClr val="tx1"/>
                </a:solidFill>
                <a:effectLst/>
                <a:latin typeface="+mn-lt"/>
                <a:ea typeface="+mn-ea"/>
                <a:cs typeface="+mn-cs"/>
              </a:rPr>
              <a:t> Complex theories require much more data to "prove" they aren't just coincidences.</a:t>
            </a:r>
          </a:p>
          <a:p>
            <a:r>
              <a:rPr lang="en-US" sz="1200" b="1" kern="1200" dirty="0">
                <a:solidFill>
                  <a:schemeClr val="tx1"/>
                </a:solidFill>
                <a:effectLst/>
                <a:latin typeface="+mn-lt"/>
                <a:ea typeface="+mn-ea"/>
                <a:cs typeface="+mn-cs"/>
              </a:rPr>
              <a:t>You don't need to memorize the formula, just the relationships:</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To get more accurate</a:t>
            </a:r>
            <a:r>
              <a:rPr lang="en-US" sz="1200" kern="1200" dirty="0">
                <a:solidFill>
                  <a:schemeClr val="tx1"/>
                </a:solidFill>
                <a:effectLst/>
                <a:latin typeface="+mn-lt"/>
                <a:ea typeface="+mn-ea"/>
                <a:cs typeface="+mn-cs"/>
              </a:rPr>
              <a:t> (lower $\epsilon$): You need </a:t>
            </a:r>
            <a:r>
              <a:rPr lang="en-US" sz="1200" b="1" kern="1200" dirty="0">
                <a:solidFill>
                  <a:schemeClr val="tx1"/>
                </a:solidFill>
                <a:effectLst/>
                <a:latin typeface="+mn-lt"/>
                <a:ea typeface="+mn-ea"/>
                <a:cs typeface="+mn-cs"/>
              </a:rPr>
              <a:t>a lot</a:t>
            </a:r>
            <a:r>
              <a:rPr lang="en-US" sz="1200" kern="1200" dirty="0">
                <a:solidFill>
                  <a:schemeClr val="tx1"/>
                </a:solidFill>
                <a:effectLst/>
                <a:latin typeface="+mn-lt"/>
                <a:ea typeface="+mn-ea"/>
                <a:cs typeface="+mn-cs"/>
              </a:rPr>
              <a:t> more data ($1/\epsilon$ grows fast).</a:t>
            </a:r>
          </a:p>
          <a:p>
            <a:r>
              <a:rPr lang="en-US" sz="1200" b="1" kern="1200" dirty="0">
                <a:solidFill>
                  <a:schemeClr val="tx1"/>
                </a:solidFill>
                <a:effectLst/>
                <a:latin typeface="+mn-lt"/>
                <a:ea typeface="+mn-ea"/>
                <a:cs typeface="+mn-cs"/>
              </a:rPr>
              <a:t>To get more confident</a:t>
            </a:r>
            <a:r>
              <a:rPr lang="en-US" sz="1200" kern="1200" dirty="0">
                <a:solidFill>
                  <a:schemeClr val="tx1"/>
                </a:solidFill>
                <a:effectLst/>
                <a:latin typeface="+mn-lt"/>
                <a:ea typeface="+mn-ea"/>
                <a:cs typeface="+mn-cs"/>
              </a:rPr>
              <a:t> (lower $\delta$): You need more data (but it grows slowly, via $\log$).</a:t>
            </a:r>
          </a:p>
          <a:p>
            <a:r>
              <a:rPr lang="en-US" sz="1200" b="1" kern="1200">
                <a:solidFill>
                  <a:schemeClr val="tx1"/>
                </a:solidFill>
                <a:effectLst/>
                <a:latin typeface="+mn-lt"/>
                <a:ea typeface="+mn-ea"/>
                <a:cs typeface="+mn-cs"/>
              </a:rPr>
              <a:t>To use a more complex model</a:t>
            </a:r>
            <a:r>
              <a:rPr lang="en-US" sz="1200" kern="1200">
                <a:solidFill>
                  <a:schemeClr val="tx1"/>
                </a:solidFill>
                <a:effectLst/>
                <a:latin typeface="+mn-lt"/>
                <a:ea typeface="+mn-ea"/>
                <a:cs typeface="+mn-cs"/>
              </a:rPr>
              <a:t> (higher $h$): You need more data to justify that complexity.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IN" dirty="0"/>
          </a:p>
        </p:txBody>
      </p:sp>
      <p:sp>
        <p:nvSpPr>
          <p:cNvPr id="4" name="Slide Number Placeholder 3"/>
          <p:cNvSpPr>
            <a:spLocks noGrp="1"/>
          </p:cNvSpPr>
          <p:nvPr>
            <p:ph type="sldNum" sz="quarter" idx="5"/>
          </p:nvPr>
        </p:nvSpPr>
        <p:spPr/>
        <p:txBody>
          <a:bodyPr/>
          <a:lstStyle/>
          <a:p>
            <a:fld id="{C356F05D-5573-41A7-BCD4-339E0FDD0126}" type="slidenum">
              <a:rPr lang="en-IN" smtClean="0"/>
              <a:t>26</a:t>
            </a:fld>
            <a:endParaRPr lang="en-IN"/>
          </a:p>
        </p:txBody>
      </p:sp>
    </p:spTree>
    <p:extLst>
      <p:ext uri="{BB962C8B-B14F-4D97-AF65-F5344CB8AC3E}">
        <p14:creationId xmlns:p14="http://schemas.microsoft.com/office/powerpoint/2010/main" val="8405673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C36E69FE-3CC5-466A-856D-3D882DBD388E}"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466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spTree>
    <p:extLst>
      <p:ext uri="{BB962C8B-B14F-4D97-AF65-F5344CB8AC3E}">
        <p14:creationId xmlns:p14="http://schemas.microsoft.com/office/powerpoint/2010/main" val="532120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4175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0A8B720-9A79-4A04-9061-F1DCD21BC14F}"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6E69FE-3CC5-466A-856D-3D882DBD388E}" type="slidenum">
              <a:rPr lang="en-IN" smtClean="0"/>
              <a:t>‹#›</a:t>
            </a:fld>
            <a:endParaRPr lang="en-IN"/>
          </a:p>
        </p:txBody>
      </p:sp>
    </p:spTree>
    <p:extLst>
      <p:ext uri="{BB962C8B-B14F-4D97-AF65-F5344CB8AC3E}">
        <p14:creationId xmlns:p14="http://schemas.microsoft.com/office/powerpoint/2010/main" val="4174451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0A8B720-9A79-4A04-9061-F1DCD21BC14F}" type="datetimeFigureOut">
              <a:rPr lang="en-IN" smtClean="0"/>
              <a:t>10-02-2026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36E69FE-3CC5-466A-856D-3D882DBD388E}"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5253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0A8B720-9A79-4A04-9061-F1DCD21BC14F}" type="datetimeFigureOut">
              <a:rPr lang="en-IN" smtClean="0"/>
              <a:t>10-02-2026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36E69FE-3CC5-466A-856D-3D882DBD388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562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0A8B720-9A79-4A04-9061-F1DCD21BC14F}" type="datetimeFigureOut">
              <a:rPr lang="en-IN" smtClean="0"/>
              <a:t>10-02-2026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36E69FE-3CC5-466A-856D-3D882DBD388E}" type="slidenum">
              <a:rPr lang="en-IN" smtClean="0"/>
              <a:t>‹#›</a:t>
            </a:fld>
            <a:endParaRPr lang="en-IN"/>
          </a:p>
        </p:txBody>
      </p:sp>
    </p:spTree>
    <p:extLst>
      <p:ext uri="{BB962C8B-B14F-4D97-AF65-F5344CB8AC3E}">
        <p14:creationId xmlns:p14="http://schemas.microsoft.com/office/powerpoint/2010/main" val="1433932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A8B720-9A79-4A04-9061-F1DCD21BC14F}"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6E69FE-3CC5-466A-856D-3D882DBD388E}"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6364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A8B720-9A79-4A04-9061-F1DCD21BC14F}"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6E69FE-3CC5-466A-856D-3D882DBD388E}" type="slidenum">
              <a:rPr lang="en-IN" smtClean="0"/>
              <a:t>‹#›</a:t>
            </a:fld>
            <a:endParaRPr lang="en-IN"/>
          </a:p>
        </p:txBody>
      </p:sp>
    </p:spTree>
    <p:extLst>
      <p:ext uri="{BB962C8B-B14F-4D97-AF65-F5344CB8AC3E}">
        <p14:creationId xmlns:p14="http://schemas.microsoft.com/office/powerpoint/2010/main" val="2541205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A8B720-9A79-4A04-9061-F1DCD21BC14F}" type="datetimeFigureOut">
              <a:rPr lang="en-IN" smtClean="0"/>
              <a:t>10-02-2026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36E69FE-3CC5-466A-856D-3D882DBD388E}" type="slidenum">
              <a:rPr lang="en-IN" smtClean="0"/>
              <a:t>‹#›</a:t>
            </a:fld>
            <a:endParaRPr lang="en-IN"/>
          </a:p>
        </p:txBody>
      </p:sp>
    </p:spTree>
    <p:extLst>
      <p:ext uri="{BB962C8B-B14F-4D97-AF65-F5344CB8AC3E}">
        <p14:creationId xmlns:p14="http://schemas.microsoft.com/office/powerpoint/2010/main" val="1252205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8362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1906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spTree>
    <p:extLst>
      <p:ext uri="{BB962C8B-B14F-4D97-AF65-F5344CB8AC3E}">
        <p14:creationId xmlns:p14="http://schemas.microsoft.com/office/powerpoint/2010/main" val="2599310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7689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71948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1600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A8B720-9A79-4A04-9061-F1DCD21BC14F}" type="datetimeFigureOut">
              <a:rPr lang="en-IN" smtClean="0"/>
              <a:t>10-02-2026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36E69FE-3CC5-466A-856D-3D882DBD388E}"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5980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0A8B720-9A79-4A04-9061-F1DCD21BC14F}" type="datetimeFigureOut">
              <a:rPr lang="en-IN" smtClean="0"/>
              <a:t>10-02-2026</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36E69FE-3CC5-466A-856D-3D882DBD388E}" type="slidenum">
              <a:rPr lang="en-IN" smtClean="0"/>
              <a:t>‹#›</a:t>
            </a:fld>
            <a:endParaRPr lang="en-IN"/>
          </a:p>
        </p:txBody>
      </p:sp>
    </p:spTree>
    <p:extLst>
      <p:ext uri="{BB962C8B-B14F-4D97-AF65-F5344CB8AC3E}">
        <p14:creationId xmlns:p14="http://schemas.microsoft.com/office/powerpoint/2010/main" val="34660053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6" Type="http://schemas.openxmlformats.org/officeDocument/2006/relationships/image" Target="../media/image27.png"/><Relationship Id="rId21" Type="http://schemas.openxmlformats.org/officeDocument/2006/relationships/customXml" Target="../ink/ink10.xml"/><Relationship Id="rId42" Type="http://schemas.openxmlformats.org/officeDocument/2006/relationships/image" Target="../media/image35.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48.png"/><Relationship Id="rId84" Type="http://schemas.openxmlformats.org/officeDocument/2006/relationships/customXml" Target="../ink/ink42.xml"/><Relationship Id="rId16" Type="http://schemas.openxmlformats.org/officeDocument/2006/relationships/image" Target="../media/image22.png"/><Relationship Id="rId11" Type="http://schemas.openxmlformats.org/officeDocument/2006/relationships/customXml" Target="../ink/ink5.xml"/><Relationship Id="rId32" Type="http://schemas.openxmlformats.org/officeDocument/2006/relationships/image" Target="../media/image30.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43.png"/><Relationship Id="rId74" Type="http://schemas.openxmlformats.org/officeDocument/2006/relationships/image" Target="../media/image51.png"/><Relationship Id="rId79" Type="http://schemas.openxmlformats.org/officeDocument/2006/relationships/customXml" Target="../ink/ink39.xml"/><Relationship Id="rId5" Type="http://schemas.openxmlformats.org/officeDocument/2006/relationships/customXml" Target="../ink/ink2.xml"/><Relationship Id="rId19" Type="http://schemas.openxmlformats.org/officeDocument/2006/relationships/customXml" Target="../ink/ink9.xml"/><Relationship Id="rId14" Type="http://schemas.openxmlformats.org/officeDocument/2006/relationships/image" Target="../media/image21.png"/><Relationship Id="rId22" Type="http://schemas.openxmlformats.org/officeDocument/2006/relationships/image" Target="../media/image25.png"/><Relationship Id="rId27" Type="http://schemas.openxmlformats.org/officeDocument/2006/relationships/customXml" Target="../ink/ink13.xml"/><Relationship Id="rId30" Type="http://schemas.openxmlformats.org/officeDocument/2006/relationships/image" Target="../media/image29.png"/><Relationship Id="rId35" Type="http://schemas.openxmlformats.org/officeDocument/2006/relationships/customXml" Target="../ink/ink17.xml"/><Relationship Id="rId43" Type="http://schemas.openxmlformats.org/officeDocument/2006/relationships/customXml" Target="../ink/ink21.xml"/><Relationship Id="rId48" Type="http://schemas.openxmlformats.org/officeDocument/2006/relationships/image" Target="../media/image38.png"/><Relationship Id="rId56" Type="http://schemas.openxmlformats.org/officeDocument/2006/relationships/image" Target="../media/image42.png"/><Relationship Id="rId64" Type="http://schemas.openxmlformats.org/officeDocument/2006/relationships/image" Target="../media/image46.png"/><Relationship Id="rId69" Type="http://schemas.openxmlformats.org/officeDocument/2006/relationships/customXml" Target="../ink/ink34.xml"/><Relationship Id="rId77" Type="http://schemas.openxmlformats.org/officeDocument/2006/relationships/customXml" Target="../ink/ink38.xml"/><Relationship Id="rId8" Type="http://schemas.openxmlformats.org/officeDocument/2006/relationships/image" Target="../media/image18.png"/><Relationship Id="rId51" Type="http://schemas.openxmlformats.org/officeDocument/2006/relationships/customXml" Target="../ink/ink25.xml"/><Relationship Id="rId72" Type="http://schemas.openxmlformats.org/officeDocument/2006/relationships/image" Target="../media/image50.png"/><Relationship Id="rId80" Type="http://schemas.openxmlformats.org/officeDocument/2006/relationships/image" Target="../media/image54.png"/><Relationship Id="rId85" Type="http://schemas.openxmlformats.org/officeDocument/2006/relationships/customXml" Target="../ink/ink43.xml"/><Relationship Id="rId3" Type="http://schemas.openxmlformats.org/officeDocument/2006/relationships/customXml" Target="../ink/ink1.xml"/><Relationship Id="rId12" Type="http://schemas.openxmlformats.org/officeDocument/2006/relationships/image" Target="../media/image2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33.png"/><Relationship Id="rId46" Type="http://schemas.openxmlformats.org/officeDocument/2006/relationships/image" Target="../media/image37.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24.png"/><Relationship Id="rId41" Type="http://schemas.openxmlformats.org/officeDocument/2006/relationships/customXml" Target="../ink/ink20.xml"/><Relationship Id="rId54" Type="http://schemas.openxmlformats.org/officeDocument/2006/relationships/image" Target="../media/image41.png"/><Relationship Id="rId62" Type="http://schemas.openxmlformats.org/officeDocument/2006/relationships/image" Target="../media/image45.png"/><Relationship Id="rId70" Type="http://schemas.openxmlformats.org/officeDocument/2006/relationships/image" Target="../media/image49.png"/><Relationship Id="rId75" Type="http://schemas.openxmlformats.org/officeDocument/2006/relationships/customXml" Target="../ink/ink37.xml"/><Relationship Id="rId83"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image" Target="../media/image17.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28.png"/><Relationship Id="rId36" Type="http://schemas.openxmlformats.org/officeDocument/2006/relationships/image" Target="../media/image32.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19.png"/><Relationship Id="rId31" Type="http://schemas.openxmlformats.org/officeDocument/2006/relationships/customXml" Target="../ink/ink15.xml"/><Relationship Id="rId44" Type="http://schemas.openxmlformats.org/officeDocument/2006/relationships/image" Target="../media/image36.png"/><Relationship Id="rId52" Type="http://schemas.openxmlformats.org/officeDocument/2006/relationships/image" Target="../media/image40.png"/><Relationship Id="rId60" Type="http://schemas.openxmlformats.org/officeDocument/2006/relationships/image" Target="../media/image44.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53.png"/><Relationship Id="rId81" Type="http://schemas.openxmlformats.org/officeDocument/2006/relationships/customXml" Target="../ink/ink40.xml"/><Relationship Id="rId86" Type="http://schemas.openxmlformats.org/officeDocument/2006/relationships/image" Target="../media/image56.png"/><Relationship Id="rId4" Type="http://schemas.openxmlformats.org/officeDocument/2006/relationships/image" Target="../media/image16.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23.png"/><Relationship Id="rId39" Type="http://schemas.openxmlformats.org/officeDocument/2006/relationships/customXml" Target="../ink/ink19.xml"/><Relationship Id="rId34" Type="http://schemas.openxmlformats.org/officeDocument/2006/relationships/image" Target="../media/image31.png"/><Relationship Id="rId50" Type="http://schemas.openxmlformats.org/officeDocument/2006/relationships/image" Target="../media/image39.png"/><Relationship Id="rId55" Type="http://schemas.openxmlformats.org/officeDocument/2006/relationships/customXml" Target="../ink/ink27.xml"/><Relationship Id="rId76" Type="http://schemas.openxmlformats.org/officeDocument/2006/relationships/image" Target="../media/image52.png"/><Relationship Id="rId7" Type="http://schemas.openxmlformats.org/officeDocument/2006/relationships/customXml" Target="../ink/ink3.xml"/><Relationship Id="rId71" Type="http://schemas.openxmlformats.org/officeDocument/2006/relationships/customXml" Target="../ink/ink35.xml"/><Relationship Id="rId2" Type="http://schemas.openxmlformats.org/officeDocument/2006/relationships/notesSlide" Target="../notesSlides/notesSlide1.xml"/><Relationship Id="rId29" Type="http://schemas.openxmlformats.org/officeDocument/2006/relationships/customXml" Target="../ink/ink14.xml"/><Relationship Id="rId24" Type="http://schemas.openxmlformats.org/officeDocument/2006/relationships/image" Target="../media/image26.png"/><Relationship Id="rId40" Type="http://schemas.openxmlformats.org/officeDocument/2006/relationships/image" Target="../media/image34.png"/><Relationship Id="rId45" Type="http://schemas.openxmlformats.org/officeDocument/2006/relationships/customXml" Target="../ink/ink22.xml"/><Relationship Id="rId66" Type="http://schemas.openxmlformats.org/officeDocument/2006/relationships/image" Target="../media/image47.png"/><Relationship Id="rId87" Type="http://schemas.openxmlformats.org/officeDocument/2006/relationships/customXml" Target="../ink/ink44.xml"/><Relationship Id="rId61" Type="http://schemas.openxmlformats.org/officeDocument/2006/relationships/customXml" Target="../ink/ink30.xml"/><Relationship Id="rId82" Type="http://schemas.openxmlformats.org/officeDocument/2006/relationships/image" Target="../media/image5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5D3D5-3D26-33E8-7770-42603A7A05E5}"/>
              </a:ext>
            </a:extLst>
          </p:cNvPr>
          <p:cNvSpPr>
            <a:spLocks noGrp="1"/>
          </p:cNvSpPr>
          <p:nvPr>
            <p:ph type="ctrTitle"/>
          </p:nvPr>
        </p:nvSpPr>
        <p:spPr/>
        <p:txBody>
          <a:bodyPr/>
          <a:lstStyle/>
          <a:p>
            <a:r>
              <a:rPr lang="en-US" sz="4800" b="1" dirty="0">
                <a:latin typeface="Times New Roman" panose="02020603050405020304" pitchFamily="18" charset="0"/>
                <a:cs typeface="Times New Roman" panose="02020603050405020304" pitchFamily="18" charset="0"/>
              </a:rPr>
              <a:t>Learning from observations</a:t>
            </a:r>
            <a:endParaRPr lang="en-IN" sz="4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E5FBA9C-D722-864A-F4D0-7573BA8412D4}"/>
              </a:ext>
            </a:extLst>
          </p:cNvPr>
          <p:cNvSpPr>
            <a:spLocks noGrp="1"/>
          </p:cNvSpPr>
          <p:nvPr>
            <p:ph type="subTitle" idx="1"/>
          </p:nvPr>
        </p:nvSpPr>
        <p:spPr>
          <a:xfrm>
            <a:off x="2692398" y="3657596"/>
            <a:ext cx="6997292" cy="1814055"/>
          </a:xfrm>
        </p:spPr>
        <p:txBody>
          <a:bodyPr>
            <a:normAutofit lnSpcReduction="10000"/>
          </a:bodyPr>
          <a:lstStyle/>
          <a:p>
            <a:r>
              <a:rPr lang="en-US" sz="2200" dirty="0">
                <a:latin typeface="Times New Roman" panose="02020603050405020304" pitchFamily="18" charset="0"/>
                <a:cs typeface="Times New Roman" panose="02020603050405020304" pitchFamily="18" charset="0"/>
              </a:rPr>
              <a:t>Mr. Shrikrishna Anand Narvekar </a:t>
            </a:r>
          </a:p>
          <a:p>
            <a:r>
              <a:rPr lang="en-US" sz="2200" dirty="0">
                <a:latin typeface="Times New Roman" panose="02020603050405020304" pitchFamily="18" charset="0"/>
                <a:cs typeface="Times New Roman" panose="02020603050405020304" pitchFamily="18" charset="0"/>
              </a:rPr>
              <a:t>Assistant Professor </a:t>
            </a:r>
          </a:p>
          <a:p>
            <a:r>
              <a:rPr lang="en-US" sz="2200" dirty="0">
                <a:latin typeface="Times New Roman" panose="02020603050405020304" pitchFamily="18" charset="0"/>
                <a:cs typeface="Times New Roman" panose="02020603050405020304" pitchFamily="18" charset="0"/>
              </a:rPr>
              <a:t>Computer Engineering Department </a:t>
            </a:r>
          </a:p>
          <a:p>
            <a:r>
              <a:rPr lang="en-US" sz="2200" dirty="0">
                <a:latin typeface="Times New Roman" panose="02020603050405020304" pitchFamily="18" charset="0"/>
                <a:cs typeface="Times New Roman" panose="02020603050405020304" pitchFamily="18" charset="0"/>
              </a:rPr>
              <a:t>Agnel Institute of Technology and Design</a:t>
            </a: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4872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18BFE2-F476-750D-42F9-C661D3F73C7E}"/>
                  </a:ext>
                </a:extLst>
              </p:cNvPr>
              <p:cNvSpPr>
                <a:spLocks noGrp="1"/>
              </p:cNvSpPr>
              <p:nvPr>
                <p:ph idx="1"/>
              </p:nvPr>
            </p:nvSpPr>
            <p:spPr>
              <a:xfrm>
                <a:off x="808705" y="742879"/>
                <a:ext cx="10503308" cy="5554681"/>
              </a:xfrm>
            </p:spPr>
            <p:txBody>
              <a:bodyPr>
                <a:normAutofit/>
              </a:bodyPr>
              <a:lstStyle/>
              <a:p>
                <a:r>
                  <a:rPr lang="en-IN" dirty="0">
                    <a:latin typeface="Times New Roman" panose="02020603050405020304" pitchFamily="18" charset="0"/>
                    <a:cs typeface="Times New Roman" panose="02020603050405020304" pitchFamily="18" charset="0"/>
                  </a:rPr>
                  <a:t>There is some set S of possible patterns/observations/samples over which various output functions may be defined. The training experience is available in the form of N patterns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𝑠</m:t>
                        </m:r>
                      </m:e>
                      <m:sup>
                        <m:r>
                          <a:rPr lang="en-IN" i="1">
                            <a:latin typeface="Cambria Math" panose="02040503050406030204" pitchFamily="18" charset="0"/>
                          </a:rPr>
                          <m:t>(</m:t>
                        </m:r>
                        <m:r>
                          <a:rPr lang="en-IN" i="1">
                            <a:latin typeface="Cambria Math" panose="02040503050406030204" pitchFamily="18" charset="0"/>
                          </a:rPr>
                          <m:t>𝑖</m:t>
                        </m:r>
                        <m:r>
                          <a:rPr lang="en-IN" i="1">
                            <a:latin typeface="Cambria Math" panose="02040503050406030204" pitchFamily="18" charset="0"/>
                          </a:rPr>
                          <m:t>)</m:t>
                        </m:r>
                      </m:sup>
                    </m:sSup>
                  </m:oMath>
                </a14:m>
                <a:r>
                  <a:rPr lang="en-IN" dirty="0">
                    <a:latin typeface="Times New Roman" panose="02020603050405020304" pitchFamily="18" charset="0"/>
                    <a:cs typeface="Times New Roman" panose="02020603050405020304" pitchFamily="18" charset="0"/>
                  </a:rPr>
                  <a:t>€ S;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=1,2,…..,N. We specify a pattern by a fixed number n of attributes/features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𝑗</m:t>
                        </m:r>
                      </m:sub>
                    </m:sSub>
                  </m:oMath>
                </a14:m>
                <a:r>
                  <a:rPr lang="en-IN" dirty="0">
                    <a:latin typeface="Times New Roman" panose="02020603050405020304" pitchFamily="18" charset="0"/>
                    <a:cs typeface="Times New Roman" panose="02020603050405020304" pitchFamily="18" charset="0"/>
                  </a:rPr>
                  <a:t>; j=1,2,….n; where each feature has real numerical value for the pattern.</a:t>
                </a:r>
              </a:p>
              <a:p>
                <a:pPr lvl="0"/>
                <a:r>
                  <a:rPr lang="en-US" b="1" dirty="0">
                    <a:latin typeface="Times New Roman" panose="02020603050405020304" pitchFamily="18" charset="0"/>
                    <a:cs typeface="Times New Roman" panose="02020603050405020304" pitchFamily="18" charset="0"/>
                  </a:rPr>
                  <a:t>Setup</a:t>
                </a:r>
                <a:endParaRPr lang="en-IN" dirty="0">
                  <a:latin typeface="Times New Roman" panose="02020603050405020304" pitchFamily="18" charset="0"/>
                  <a:cs typeface="Times New Roman" panose="02020603050405020304" pitchFamily="18" charset="0"/>
                </a:endParaRPr>
              </a:p>
              <a:p>
                <a:pPr lvl="0"/>
                <a:r>
                  <a:rPr lang="en-IN" b="1" dirty="0">
                    <a:latin typeface="Times New Roman" panose="02020603050405020304" pitchFamily="18" charset="0"/>
                    <a:cs typeface="Times New Roman" panose="02020603050405020304" pitchFamily="18" charset="0"/>
                  </a:rPr>
                  <a:t>Observation/Pattern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𝑠</m:t>
                        </m:r>
                      </m:e>
                      <m:sup>
                        <m:r>
                          <a:rPr lang="en-IN" i="1">
                            <a:latin typeface="Cambria Math" panose="02040503050406030204" pitchFamily="18" charset="0"/>
                          </a:rPr>
                          <m:t>(</m:t>
                        </m:r>
                        <m:r>
                          <a:rPr lang="en-IN" i="1">
                            <a:latin typeface="Cambria Math" panose="02040503050406030204" pitchFamily="18" charset="0"/>
                          </a:rPr>
                          <m:t>𝑖</m:t>
                        </m:r>
                        <m:r>
                          <a:rPr lang="en-IN" i="1">
                            <a:latin typeface="Cambria Math" panose="02040503050406030204" pitchFamily="18" charset="0"/>
                          </a:rPr>
                          <m:t>)</m:t>
                        </m:r>
                      </m:sup>
                    </m:sSup>
                    <m:r>
                      <a:rPr lang="en-IN" i="1">
                        <a:latin typeface="Cambria Math" panose="02040503050406030204" pitchFamily="18" charset="0"/>
                      </a:rPr>
                      <m:t>)</m:t>
                    </m:r>
                  </m:oMath>
                </a14:m>
                <a:r>
                  <a:rPr lang="en-IN" dirty="0">
                    <a:latin typeface="Times New Roman" panose="02020603050405020304" pitchFamily="18" charset="0"/>
                    <a:cs typeface="Times New Roman" panose="02020603050405020304" pitchFamily="18" charset="0"/>
                  </a:rPr>
                  <a:t>: A single piece of data (e.g., a customer, an image, a sensor reading).</a:t>
                </a:r>
              </a:p>
              <a:p>
                <a:pPr lvl="0"/>
                <a:r>
                  <a:rPr lang="en-IN" b="1" dirty="0">
                    <a:latin typeface="Times New Roman" panose="02020603050405020304" pitchFamily="18" charset="0"/>
                    <a:cs typeface="Times New Roman" panose="02020603050405020304" pitchFamily="18" charset="0"/>
                  </a:rPr>
                  <a:t>Features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𝑗</m:t>
                        </m:r>
                      </m:sub>
                    </m:sSub>
                  </m:oMath>
                </a14:m>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The attributes of the observation (e.g., age, income, </a:t>
                </a:r>
                <a:r>
                  <a:rPr lang="en-IN" dirty="0" err="1">
                    <a:latin typeface="Times New Roman" panose="02020603050405020304" pitchFamily="18" charset="0"/>
                    <a:cs typeface="Times New Roman" panose="02020603050405020304" pitchFamily="18" charset="0"/>
                  </a:rPr>
                  <a:t>color</a:t>
                </a:r>
                <a:r>
                  <a:rPr lang="en-IN" dirty="0">
                    <a:latin typeface="Times New Roman" panose="02020603050405020304" pitchFamily="18" charset="0"/>
                    <a:cs typeface="Times New Roman" panose="02020603050405020304" pitchFamily="18" charset="0"/>
                  </a:rPr>
                  <a:t> intensity). We can think of an observation as a point in an n- dimensional space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𝑛</m:t>
                        </m:r>
                      </m:sup>
                    </m:sSup>
                  </m:oMath>
                </a14:m>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            X= </a:t>
                </a:r>
                <a14:m>
                  <m:oMath xmlns:m="http://schemas.openxmlformats.org/officeDocument/2006/math">
                    <m:sSup>
                      <m:sSupPr>
                        <m:ctrlPr>
                          <a:rPr lang="en-IN" b="1" i="1">
                            <a:latin typeface="Cambria Math" panose="02040503050406030204" pitchFamily="18" charset="0"/>
                          </a:rPr>
                        </m:ctrlPr>
                      </m:sSupPr>
                      <m:e>
                        <m:r>
                          <a:rPr lang="en-IN" b="1"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1</m:t>
                            </m:r>
                          </m:sub>
                        </m:sSub>
                        <m:r>
                          <a:rPr lang="en-IN" i="1">
                            <a:latin typeface="Cambria Math" panose="02040503050406030204" pitchFamily="18" charset="0"/>
                          </a:rPr>
                          <m:t>,</m:t>
                        </m:r>
                        <m:r>
                          <a:rPr lang="en-IN" b="1"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2</m:t>
                            </m:r>
                          </m:sub>
                        </m:sSub>
                        <m:r>
                          <a:rPr lang="en-IN" b="1" i="1">
                            <a:latin typeface="Cambria Math" panose="02040503050406030204" pitchFamily="18" charset="0"/>
                          </a:rPr>
                          <m:t> ,……… , </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1">
                                <a:latin typeface="Cambria Math" panose="02040503050406030204" pitchFamily="18" charset="0"/>
                              </a:rPr>
                              <m:t>𝑛</m:t>
                            </m:r>
                          </m:sub>
                        </m:sSub>
                        <m:r>
                          <a:rPr lang="en-IN" b="1" i="1">
                            <a:latin typeface="Cambria Math" panose="02040503050406030204" pitchFamily="18" charset="0"/>
                          </a:rPr>
                          <m:t>]</m:t>
                        </m:r>
                      </m:e>
                      <m:sup>
                        <m:r>
                          <a:rPr lang="en-IN" b="1" i="1">
                            <a:latin typeface="Cambria Math" panose="02040503050406030204" pitchFamily="18" charset="0"/>
                          </a:rPr>
                          <m:t>𝑻</m:t>
                        </m:r>
                      </m:sup>
                    </m:sSup>
                  </m:oMath>
                </a14:m>
                <a:r>
                  <a:rPr lang="en-IN" dirty="0">
                    <a:latin typeface="Times New Roman" panose="02020603050405020304" pitchFamily="18" charset="0"/>
                    <a:cs typeface="Times New Roman" panose="02020603050405020304" pitchFamily="18" charset="0"/>
                  </a:rPr>
                  <a:t>€</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𝑅</m:t>
                        </m:r>
                      </m:e>
                      <m:sup>
                        <m:r>
                          <a:rPr lang="en-IN" i="1">
                            <a:latin typeface="Cambria Math" panose="02040503050406030204" pitchFamily="18" charset="0"/>
                          </a:rPr>
                          <m:t>𝑛</m:t>
                        </m:r>
                      </m:sup>
                    </m:sSup>
                  </m:oMath>
                </a14:m>
                <a:endParaRPr lang="en-IN" dirty="0">
                  <a:latin typeface="Times New Roman" panose="02020603050405020304" pitchFamily="18"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9818BFE2-F476-750D-42F9-C661D3F73C7E}"/>
                  </a:ext>
                </a:extLst>
              </p:cNvPr>
              <p:cNvSpPr>
                <a:spLocks noGrp="1" noRot="1" noChangeAspect="1" noMove="1" noResize="1" noEditPoints="1" noAdjustHandles="1" noChangeArrowheads="1" noChangeShapeType="1" noTextEdit="1"/>
              </p:cNvSpPr>
              <p:nvPr>
                <p:ph idx="1"/>
              </p:nvPr>
            </p:nvSpPr>
            <p:spPr>
              <a:xfrm>
                <a:off x="808705" y="742879"/>
                <a:ext cx="10503308" cy="5554681"/>
              </a:xfrm>
              <a:blipFill>
                <a:blip r:embed="rId2"/>
                <a:stretch>
                  <a:fillRect l="-1045" t="-1537" r="-464"/>
                </a:stretch>
              </a:blipFill>
            </p:spPr>
            <p:txBody>
              <a:bodyPr/>
              <a:lstStyle/>
              <a:p>
                <a:r>
                  <a:rPr lang="en-IN">
                    <a:noFill/>
                  </a:rPr>
                  <a:t> </a:t>
                </a:r>
              </a:p>
            </p:txBody>
          </p:sp>
        </mc:Fallback>
      </mc:AlternateContent>
    </p:spTree>
    <p:extLst>
      <p:ext uri="{BB962C8B-B14F-4D97-AF65-F5344CB8AC3E}">
        <p14:creationId xmlns:p14="http://schemas.microsoft.com/office/powerpoint/2010/main" val="2593953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D18AA1-A6CD-20DA-EECF-2E4093070F38}"/>
                  </a:ext>
                </a:extLst>
              </p:cNvPr>
              <p:cNvSpPr>
                <a:spLocks noGrp="1"/>
              </p:cNvSpPr>
              <p:nvPr>
                <p:ph idx="1"/>
              </p:nvPr>
            </p:nvSpPr>
            <p:spPr>
              <a:xfrm>
                <a:off x="759417" y="650929"/>
                <a:ext cx="10137180" cy="5224939"/>
              </a:xfrm>
            </p:spPr>
            <p:txBody>
              <a:bodyPr/>
              <a:lstStyle/>
              <a:p>
                <a:pPr lvl="0"/>
                <a:r>
                  <a:rPr lang="en-US" b="1" dirty="0">
                    <a:solidFill>
                      <a:schemeClr val="tx1"/>
                    </a:solidFill>
                    <a:latin typeface="Times New Roman" panose="02020603050405020304" pitchFamily="18" charset="0"/>
                    <a:cs typeface="Times New Roman" panose="02020603050405020304" pitchFamily="18" charset="0"/>
                  </a:rPr>
                  <a:t>True Output(y):  </a:t>
                </a:r>
                <a:r>
                  <a:rPr lang="en-IN" dirty="0">
                    <a:solidFill>
                      <a:schemeClr val="tx1"/>
                    </a:solidFill>
                    <a:latin typeface="Times New Roman" panose="02020603050405020304" pitchFamily="18" charset="0"/>
                    <a:cs typeface="Times New Roman" panose="02020603050405020304" pitchFamily="18" charset="0"/>
                  </a:rPr>
                  <a:t>The correct answer or label for that observation.</a:t>
                </a:r>
              </a:p>
              <a:p>
                <a:pPr lvl="1"/>
                <a:r>
                  <a:rPr lang="en-IN" sz="2400" b="1" dirty="0">
                    <a:solidFill>
                      <a:schemeClr val="tx1"/>
                    </a:solidFill>
                    <a:latin typeface="Times New Roman" panose="02020603050405020304" pitchFamily="18" charset="0"/>
                    <a:cs typeface="Times New Roman" panose="02020603050405020304" pitchFamily="18" charset="0"/>
                  </a:rPr>
                  <a:t>Classification: </a:t>
                </a:r>
                <a:r>
                  <a:rPr lang="en-IN" sz="2400" dirty="0">
                    <a:solidFill>
                      <a:schemeClr val="tx1"/>
                    </a:solidFill>
                    <a:latin typeface="Times New Roman" panose="02020603050405020304" pitchFamily="18" charset="0"/>
                    <a:cs typeface="Times New Roman" panose="02020603050405020304" pitchFamily="18" charset="0"/>
                  </a:rPr>
                  <a:t>y belongs to a small set of categories (e.g. spam/not-spam, class 1,2,3)</a:t>
                </a:r>
              </a:p>
              <a:p>
                <a:pPr lvl="1"/>
                <a:r>
                  <a:rPr lang="en-IN" sz="2400" b="1" dirty="0">
                    <a:solidFill>
                      <a:schemeClr val="tx1"/>
                    </a:solidFill>
                    <a:latin typeface="Times New Roman" panose="02020603050405020304" pitchFamily="18" charset="0"/>
                    <a:cs typeface="Times New Roman" panose="02020603050405020304" pitchFamily="18" charset="0"/>
                  </a:rPr>
                  <a:t>Regression:</a:t>
                </a:r>
                <a:r>
                  <a:rPr lang="en-IN" sz="2400" dirty="0">
                    <a:solidFill>
                      <a:schemeClr val="tx1"/>
                    </a:solidFill>
                    <a:latin typeface="Times New Roman" panose="02020603050405020304" pitchFamily="18" charset="0"/>
                    <a:cs typeface="Times New Roman" panose="02020603050405020304" pitchFamily="18" charset="0"/>
                  </a:rPr>
                  <a:t> y is</a:t>
                </a:r>
                <a:r>
                  <a:rPr lang="en-IN" sz="2400" b="1" dirty="0">
                    <a:solidFill>
                      <a:schemeClr val="tx1"/>
                    </a:solidFill>
                    <a:latin typeface="Times New Roman" panose="02020603050405020304" pitchFamily="18" charset="0"/>
                    <a:cs typeface="Times New Roman" panose="02020603050405020304" pitchFamily="18" charset="0"/>
                  </a:rPr>
                  <a:t> </a:t>
                </a:r>
                <a:r>
                  <a:rPr lang="en-IN" sz="2400" dirty="0">
                    <a:solidFill>
                      <a:schemeClr val="tx1"/>
                    </a:solidFill>
                    <a:latin typeface="Times New Roman" panose="02020603050405020304" pitchFamily="18" charset="0"/>
                    <a:cs typeface="Times New Roman" panose="02020603050405020304" pitchFamily="18" charset="0"/>
                  </a:rPr>
                  <a:t>continuous numerical value (e.g., house price, temperature)</a:t>
                </a:r>
              </a:p>
              <a:p>
                <a:pPr lvl="0"/>
                <a:r>
                  <a:rPr lang="en-US" b="1" dirty="0">
                    <a:solidFill>
                      <a:schemeClr val="tx1"/>
                    </a:solidFill>
                    <a:latin typeface="Times New Roman" panose="02020603050405020304" pitchFamily="18" charset="0"/>
                    <a:cs typeface="Times New Roman" panose="02020603050405020304" pitchFamily="18" charset="0"/>
                  </a:rPr>
                  <a:t>Training data: </a:t>
                </a:r>
                <a:r>
                  <a:rPr lang="en-US" dirty="0">
                    <a:solidFill>
                      <a:schemeClr val="tx1"/>
                    </a:solidFill>
                    <a:latin typeface="Times New Roman" panose="02020603050405020304" pitchFamily="18" charset="0"/>
                    <a:cs typeface="Times New Roman" panose="02020603050405020304" pitchFamily="18" charset="0"/>
                  </a:rPr>
                  <a:t>A set of N examples </a:t>
                </a:r>
                <a:r>
                  <a:rPr lang="en-IN" dirty="0">
                    <a:solidFill>
                      <a:schemeClr val="tx1"/>
                    </a:solidFill>
                    <a:latin typeface="Times New Roman" panose="02020603050405020304" pitchFamily="18" charset="0"/>
                    <a:cs typeface="Times New Roman" panose="02020603050405020304" pitchFamily="18" charset="0"/>
                  </a:rPr>
                  <a:t>where we know both the features and the correct output: </a:t>
                </a:r>
              </a:p>
              <a:p>
                <a:r>
                  <a:rPr lang="en-US"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          D = {(</a:t>
                </a:r>
                <a14:m>
                  <m:oMath xmlns:m="http://schemas.openxmlformats.org/officeDocument/2006/math">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𝑥</m:t>
                        </m:r>
                      </m:e>
                      <m:sup>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𝑖</m:t>
                        </m:r>
                        <m:r>
                          <a:rPr lang="en-IN" i="1">
                            <a:solidFill>
                              <a:schemeClr val="tx1"/>
                            </a:solidFill>
                            <a:latin typeface="Cambria Math" panose="02040503050406030204" pitchFamily="18" charset="0"/>
                          </a:rPr>
                          <m:t>)</m:t>
                        </m:r>
                      </m:sup>
                    </m:sSup>
                    <m:r>
                      <a:rPr lang="en-IN" i="1">
                        <a:solidFill>
                          <a:schemeClr val="tx1"/>
                        </a:solidFill>
                        <a:latin typeface="Cambria Math" panose="02040503050406030204" pitchFamily="18" charset="0"/>
                      </a:rPr>
                      <m:t>, </m:t>
                    </m:r>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𝑦</m:t>
                        </m:r>
                      </m:e>
                      <m:sup>
                        <m:r>
                          <a:rPr lang="en-IN" i="1">
                            <a:solidFill>
                              <a:schemeClr val="tx1"/>
                            </a:solidFill>
                            <a:latin typeface="Cambria Math" panose="02040503050406030204" pitchFamily="18" charset="0"/>
                          </a:rPr>
                          <m:t>(</m:t>
                        </m:r>
                        <m:r>
                          <a:rPr lang="en-IN" i="1">
                            <a:solidFill>
                              <a:schemeClr val="tx1"/>
                            </a:solidFill>
                            <a:latin typeface="Cambria Math" panose="02040503050406030204" pitchFamily="18" charset="0"/>
                          </a:rPr>
                          <m:t>𝑖</m:t>
                        </m:r>
                        <m:r>
                          <a:rPr lang="en-IN" i="1">
                            <a:solidFill>
                              <a:schemeClr val="tx1"/>
                            </a:solidFill>
                            <a:latin typeface="Cambria Math" panose="02040503050406030204" pitchFamily="18" charset="0"/>
                          </a:rPr>
                          <m:t>)</m:t>
                        </m:r>
                      </m:sup>
                    </m:sSup>
                  </m:oMath>
                </a14:m>
                <a:r>
                  <a:rPr lang="en-IN" dirty="0">
                    <a:solidFill>
                      <a:schemeClr val="tx1"/>
                    </a:solidFill>
                    <a:latin typeface="Times New Roman" panose="02020603050405020304" pitchFamily="18" charset="0"/>
                    <a:cs typeface="Times New Roman" panose="02020603050405020304" pitchFamily="18" charset="0"/>
                  </a:rPr>
                  <a:t>)}; </a:t>
                </a:r>
                <a:r>
                  <a:rPr lang="en-IN" dirty="0" err="1">
                    <a:solidFill>
                      <a:schemeClr val="tx1"/>
                    </a:solidFill>
                    <a:latin typeface="Times New Roman" panose="02020603050405020304" pitchFamily="18" charset="0"/>
                    <a:cs typeface="Times New Roman" panose="02020603050405020304" pitchFamily="18" charset="0"/>
                  </a:rPr>
                  <a:t>i</a:t>
                </a:r>
                <a:r>
                  <a:rPr lang="en-IN" dirty="0">
                    <a:solidFill>
                      <a:schemeClr val="tx1"/>
                    </a:solidFill>
                    <a:latin typeface="Times New Roman" panose="02020603050405020304" pitchFamily="18" charset="0"/>
                    <a:cs typeface="Times New Roman" panose="02020603050405020304" pitchFamily="18" charset="0"/>
                  </a:rPr>
                  <a:t>=1,.N</a:t>
                </a:r>
              </a:p>
              <a:p>
                <a:endParaRPr lang="en-IN" dirty="0"/>
              </a:p>
            </p:txBody>
          </p:sp>
        </mc:Choice>
        <mc:Fallback xmlns="">
          <p:sp>
            <p:nvSpPr>
              <p:cNvPr id="3" name="Content Placeholder 2">
                <a:extLst>
                  <a:ext uri="{FF2B5EF4-FFF2-40B4-BE49-F238E27FC236}">
                    <a16:creationId xmlns:a16="http://schemas.microsoft.com/office/drawing/2014/main" id="{64D18AA1-A6CD-20DA-EECF-2E4093070F38}"/>
                  </a:ext>
                </a:extLst>
              </p:cNvPr>
              <p:cNvSpPr>
                <a:spLocks noGrp="1" noRot="1" noChangeAspect="1" noMove="1" noResize="1" noEditPoints="1" noAdjustHandles="1" noChangeArrowheads="1" noChangeShapeType="1" noTextEdit="1"/>
              </p:cNvSpPr>
              <p:nvPr>
                <p:ph idx="1"/>
              </p:nvPr>
            </p:nvSpPr>
            <p:spPr>
              <a:xfrm>
                <a:off x="759417" y="650929"/>
                <a:ext cx="10137180" cy="5224939"/>
              </a:xfrm>
              <a:blipFill>
                <a:blip r:embed="rId2"/>
                <a:stretch>
                  <a:fillRect l="-1083" t="-1634" r="-181"/>
                </a:stretch>
              </a:blipFill>
            </p:spPr>
            <p:txBody>
              <a:bodyPr/>
              <a:lstStyle/>
              <a:p>
                <a:r>
                  <a:rPr lang="en-IN">
                    <a:noFill/>
                  </a:rPr>
                  <a:t> </a:t>
                </a:r>
              </a:p>
            </p:txBody>
          </p:sp>
        </mc:Fallback>
      </mc:AlternateContent>
    </p:spTree>
    <p:extLst>
      <p:ext uri="{BB962C8B-B14F-4D97-AF65-F5344CB8AC3E}">
        <p14:creationId xmlns:p14="http://schemas.microsoft.com/office/powerpoint/2010/main" val="3994836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AA53C-9B3C-E775-844E-F40FD8FED9A7}"/>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The Key Assumption and Goal</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A691FA-B12E-CD8C-F7A8-3BD9686F964B}"/>
                  </a:ext>
                </a:extLst>
              </p:cNvPr>
              <p:cNvSpPr>
                <a:spLocks noGrp="1"/>
              </p:cNvSpPr>
              <p:nvPr>
                <p:ph idx="1"/>
              </p:nvPr>
            </p:nvSpPr>
            <p:spPr>
              <a:xfrm>
                <a:off x="1295401" y="2556932"/>
                <a:ext cx="10000956" cy="3759462"/>
              </a:xfrm>
            </p:spPr>
            <p:txBody>
              <a:bodyPr>
                <a:normAutofit fontScale="92500" lnSpcReduction="10000"/>
              </a:bodyPr>
              <a:lstStyle/>
              <a:p>
                <a:pPr lvl="0"/>
                <a:r>
                  <a:rPr lang="en-IN" sz="2800" b="1" dirty="0">
                    <a:solidFill>
                      <a:schemeClr val="tx1"/>
                    </a:solidFill>
                    <a:latin typeface="Times New Roman" panose="02020603050405020304" pitchFamily="18" charset="0"/>
                    <a:cs typeface="Times New Roman" panose="02020603050405020304" pitchFamily="18" charset="0"/>
                  </a:rPr>
                  <a:t>The Big Assumption (Data):</a:t>
                </a:r>
                <a:r>
                  <a:rPr lang="en-IN" sz="2800" dirty="0">
                    <a:solidFill>
                      <a:schemeClr val="tx1"/>
                    </a:solidFill>
                    <a:latin typeface="Times New Roman" panose="02020603050405020304" pitchFamily="18" charset="0"/>
                    <a:cs typeface="Times New Roman" panose="02020603050405020304" pitchFamily="18" charset="0"/>
                  </a:rPr>
                  <a:t> We assume that the data used for training and the data the machine will see in the future (unseen data) are all drawn randomly from the </a:t>
                </a:r>
                <a:r>
                  <a:rPr lang="en-IN" sz="2800" b="1" dirty="0">
                    <a:solidFill>
                      <a:schemeClr val="tx1"/>
                    </a:solidFill>
                    <a:latin typeface="Times New Roman" panose="02020603050405020304" pitchFamily="18" charset="0"/>
                    <a:cs typeface="Times New Roman" panose="02020603050405020304" pitchFamily="18" charset="0"/>
                  </a:rPr>
                  <a:t>same unknown probability distribution p(x, y)</a:t>
                </a:r>
                <a:endParaRPr lang="en-IN" sz="2800" dirty="0">
                  <a:solidFill>
                    <a:schemeClr val="tx1"/>
                  </a:solidFill>
                  <a:latin typeface="Times New Roman" panose="02020603050405020304" pitchFamily="18" charset="0"/>
                  <a:cs typeface="Times New Roman" panose="02020603050405020304" pitchFamily="18" charset="0"/>
                </a:endParaRPr>
              </a:p>
              <a:p>
                <a:pPr lvl="0"/>
                <a:r>
                  <a:rPr lang="en-IN" sz="2800" b="1" dirty="0">
                    <a:solidFill>
                      <a:schemeClr val="tx1"/>
                    </a:solidFill>
                    <a:latin typeface="Times New Roman" panose="02020603050405020304" pitchFamily="18" charset="0"/>
                    <a:cs typeface="Times New Roman" panose="02020603050405020304" pitchFamily="18" charset="0"/>
                  </a:rPr>
                  <a:t>The Goal:</a:t>
                </a:r>
                <a:r>
                  <a:rPr lang="en-IN" sz="2800" dirty="0">
                    <a:solidFill>
                      <a:schemeClr val="tx1"/>
                    </a:solidFill>
                    <a:latin typeface="Times New Roman" panose="02020603050405020304" pitchFamily="18" charset="0"/>
                    <a:cs typeface="Times New Roman" panose="02020603050405020304" pitchFamily="18" charset="0"/>
                  </a:rPr>
                  <a:t> The machine's job is to find a function f(x) that accurately maps the input features f(x) to the output (</a:t>
                </a:r>
                <a14:m>
                  <m:oMath xmlns:m="http://schemas.openxmlformats.org/officeDocument/2006/math">
                    <m:acc>
                      <m:accPr>
                        <m:chr m:val="̂"/>
                        <m:ctrlPr>
                          <a:rPr lang="en-IN" sz="2800" i="1">
                            <a:solidFill>
                              <a:schemeClr val="tx1"/>
                            </a:solidFill>
                            <a:latin typeface="Cambria Math" panose="02040503050406030204" pitchFamily="18" charset="0"/>
                          </a:rPr>
                        </m:ctrlPr>
                      </m:accPr>
                      <m:e>
                        <m:r>
                          <a:rPr lang="en-IN" sz="2800" i="1">
                            <a:solidFill>
                              <a:schemeClr val="tx1"/>
                            </a:solidFill>
                            <a:latin typeface="Cambria Math" panose="02040503050406030204" pitchFamily="18" charset="0"/>
                          </a:rPr>
                          <m:t>𝑦</m:t>
                        </m:r>
                      </m:e>
                    </m:acc>
                  </m:oMath>
                </a14:m>
                <a:r>
                  <a:rPr lang="en-IN" sz="2800" dirty="0">
                    <a:solidFill>
                      <a:schemeClr val="tx1"/>
                    </a:solidFill>
                    <a:latin typeface="Times New Roman" panose="02020603050405020304" pitchFamily="18" charset="0"/>
                    <a:cs typeface="Times New Roman" panose="02020603050405020304" pitchFamily="18" charset="0"/>
                  </a:rPr>
                  <a:t>).</a:t>
                </a:r>
                <a:r>
                  <a:rPr lang="en-IN" sz="2800" b="1"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a:p>
                <a:r>
                  <a:rPr lang="en-IN" sz="28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sz="2800" i="1">
                            <a:solidFill>
                              <a:schemeClr val="tx1"/>
                            </a:solidFill>
                            <a:latin typeface="Cambria Math" panose="02040503050406030204" pitchFamily="18" charset="0"/>
                          </a:rPr>
                        </m:ctrlPr>
                      </m:accPr>
                      <m:e>
                        <m:r>
                          <a:rPr lang="en-IN" sz="2800" i="1">
                            <a:solidFill>
                              <a:schemeClr val="tx1"/>
                            </a:solidFill>
                            <a:latin typeface="Cambria Math" panose="02040503050406030204" pitchFamily="18" charset="0"/>
                          </a:rPr>
                          <m:t>𝑦</m:t>
                        </m:r>
                      </m:e>
                    </m:acc>
                  </m:oMath>
                </a14:m>
                <a:r>
                  <a:rPr lang="en-IN" sz="2800" dirty="0">
                    <a:solidFill>
                      <a:schemeClr val="tx1"/>
                    </a:solidFill>
                    <a:latin typeface="Times New Roman" panose="02020603050405020304" pitchFamily="18" charset="0"/>
                    <a:cs typeface="Times New Roman" panose="02020603050405020304" pitchFamily="18" charset="0"/>
                  </a:rPr>
                  <a:t>=f(</a:t>
                </a:r>
                <a:r>
                  <a:rPr lang="en-IN" sz="2800" dirty="0" err="1">
                    <a:solidFill>
                      <a:schemeClr val="tx1"/>
                    </a:solidFill>
                    <a:latin typeface="Times New Roman" panose="02020603050405020304" pitchFamily="18" charset="0"/>
                    <a:cs typeface="Times New Roman" panose="02020603050405020304" pitchFamily="18" charset="0"/>
                  </a:rPr>
                  <a:t>x,w</a:t>
                </a:r>
                <a:r>
                  <a:rPr lang="en-IN" sz="2800" dirty="0">
                    <a:solidFill>
                      <a:schemeClr val="tx1"/>
                    </a:solidFill>
                    <a:latin typeface="Times New Roman" panose="02020603050405020304" pitchFamily="18" charset="0"/>
                    <a:cs typeface="Times New Roman" panose="02020603050405020304" pitchFamily="18" charset="0"/>
                  </a:rPr>
                  <a:t>)</a:t>
                </a:r>
              </a:p>
              <a:p>
                <a:r>
                  <a:rPr lang="en-IN" sz="2800" dirty="0">
                    <a:solidFill>
                      <a:schemeClr val="tx1"/>
                    </a:solidFill>
                    <a:latin typeface="Times New Roman" panose="02020603050405020304" pitchFamily="18" charset="0"/>
                    <a:cs typeface="Times New Roman" panose="02020603050405020304" pitchFamily="18" charset="0"/>
                  </a:rPr>
                  <a:t>Where w are the  adjustable parameter that machine “learns”.</a:t>
                </a:r>
              </a:p>
              <a:p>
                <a:pPr marL="0" indent="0">
                  <a:buNone/>
                </a:pPr>
                <a:endParaRPr lang="en-IN" dirty="0"/>
              </a:p>
              <a:p>
                <a:endParaRPr lang="en-IN" dirty="0"/>
              </a:p>
            </p:txBody>
          </p:sp>
        </mc:Choice>
        <mc:Fallback xmlns="">
          <p:sp>
            <p:nvSpPr>
              <p:cNvPr id="3" name="Content Placeholder 2">
                <a:extLst>
                  <a:ext uri="{FF2B5EF4-FFF2-40B4-BE49-F238E27FC236}">
                    <a16:creationId xmlns:a16="http://schemas.microsoft.com/office/drawing/2014/main" id="{40A691FA-B12E-CD8C-F7A8-3BD9686F964B}"/>
                  </a:ext>
                </a:extLst>
              </p:cNvPr>
              <p:cNvSpPr>
                <a:spLocks noGrp="1" noRot="1" noChangeAspect="1" noMove="1" noResize="1" noEditPoints="1" noAdjustHandles="1" noChangeArrowheads="1" noChangeShapeType="1" noTextEdit="1"/>
              </p:cNvSpPr>
              <p:nvPr>
                <p:ph idx="1"/>
              </p:nvPr>
            </p:nvSpPr>
            <p:spPr>
              <a:xfrm>
                <a:off x="1295401" y="2556932"/>
                <a:ext cx="10000956" cy="3759462"/>
              </a:xfrm>
              <a:blipFill>
                <a:blip r:embed="rId2"/>
                <a:stretch>
                  <a:fillRect l="-1220" t="-3241" r="-1341"/>
                </a:stretch>
              </a:blipFill>
            </p:spPr>
            <p:txBody>
              <a:bodyPr/>
              <a:lstStyle/>
              <a:p>
                <a:r>
                  <a:rPr lang="en-IN">
                    <a:noFill/>
                  </a:rPr>
                  <a:t> </a:t>
                </a:r>
              </a:p>
            </p:txBody>
          </p:sp>
        </mc:Fallback>
      </mc:AlternateContent>
    </p:spTree>
    <p:extLst>
      <p:ext uri="{BB962C8B-B14F-4D97-AF65-F5344CB8AC3E}">
        <p14:creationId xmlns:p14="http://schemas.microsoft.com/office/powerpoint/2010/main" val="2388433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A09F-544C-FE1C-9922-1FAA434539E8}"/>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Measuring Performance (Risk and Loss)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B27D1D2-7D20-5D47-774C-AF5F4AF44D6E}"/>
                  </a:ext>
                </a:extLst>
              </p:cNvPr>
              <p:cNvSpPr>
                <a:spLocks noGrp="1"/>
              </p:cNvSpPr>
              <p:nvPr>
                <p:ph idx="1"/>
              </p:nvPr>
            </p:nvSpPr>
            <p:spPr>
              <a:xfrm>
                <a:off x="1295401" y="2556932"/>
                <a:ext cx="9986888" cy="3478108"/>
              </a:xfrm>
            </p:spPr>
            <p:txBody>
              <a:bodyPr>
                <a:normAutofit/>
              </a:bodyPr>
              <a:lstStyle/>
              <a:p>
                <a:r>
                  <a:rPr lang="en-IN" dirty="0">
                    <a:solidFill>
                      <a:schemeClr val="tx1"/>
                    </a:solidFill>
                    <a:latin typeface="Times New Roman" panose="02020603050405020304" pitchFamily="18" charset="0"/>
                    <a:cs typeface="Times New Roman" panose="02020603050405020304" pitchFamily="18" charset="0"/>
                  </a:rPr>
                  <a:t>Since the machine's prediction </a:t>
                </a:r>
                <a14:m>
                  <m:oMath xmlns:m="http://schemas.openxmlformats.org/officeDocument/2006/math">
                    <m:acc>
                      <m:accPr>
                        <m:chr m:val="̂"/>
                        <m:ctrlPr>
                          <a:rPr lang="en-IN" i="1">
                            <a:solidFill>
                              <a:schemeClr val="tx1"/>
                            </a:solidFill>
                            <a:latin typeface="Cambria Math" panose="02040503050406030204" pitchFamily="18" charset="0"/>
                          </a:rPr>
                        </m:ctrlPr>
                      </m:accPr>
                      <m:e>
                        <m:r>
                          <a:rPr lang="en-IN" i="1">
                            <a:solidFill>
                              <a:schemeClr val="tx1"/>
                            </a:solidFill>
                            <a:latin typeface="Cambria Math" panose="02040503050406030204" pitchFamily="18" charset="0"/>
                          </a:rPr>
                          <m:t>𝑦</m:t>
                        </m:r>
                      </m:e>
                    </m:acc>
                  </m:oMath>
                </a14:m>
                <a:r>
                  <a:rPr lang="en-IN" dirty="0">
                    <a:solidFill>
                      <a:schemeClr val="tx1"/>
                    </a:solidFill>
                    <a:latin typeface="Times New Roman" panose="02020603050405020304" pitchFamily="18" charset="0"/>
                    <a:cs typeface="Times New Roman" panose="02020603050405020304" pitchFamily="18" charset="0"/>
                  </a:rPr>
                  <a:t> might be wrong, we need a way to measure a “cost” of the error:</a:t>
                </a:r>
              </a:p>
              <a:p>
                <a:pPr lvl="0"/>
                <a:r>
                  <a:rPr lang="en-IN" b="1" dirty="0">
                    <a:solidFill>
                      <a:schemeClr val="tx1"/>
                    </a:solidFill>
                    <a:latin typeface="Times New Roman" panose="02020603050405020304" pitchFamily="18" charset="0"/>
                    <a:cs typeface="Times New Roman" panose="02020603050405020304" pitchFamily="18" charset="0"/>
                  </a:rPr>
                  <a:t>Loss function (L):</a:t>
                </a:r>
                <a:r>
                  <a:rPr lang="en-IN" dirty="0">
                    <a:solidFill>
                      <a:schemeClr val="tx1"/>
                    </a:solidFill>
                    <a:latin typeface="Times New Roman" panose="02020603050405020304" pitchFamily="18" charset="0"/>
                    <a:cs typeface="Times New Roman" panose="02020603050405020304" pitchFamily="18" charset="0"/>
                  </a:rPr>
                  <a:t> Measure the error of </a:t>
                </a:r>
                <a:r>
                  <a:rPr lang="en-IN" b="1" dirty="0">
                    <a:solidFill>
                      <a:schemeClr val="tx1"/>
                    </a:solidFill>
                    <a:latin typeface="Times New Roman" panose="02020603050405020304" pitchFamily="18" charset="0"/>
                    <a:cs typeface="Times New Roman" panose="02020603050405020304" pitchFamily="18" charset="0"/>
                  </a:rPr>
                  <a:t>single </a:t>
                </a:r>
                <a:r>
                  <a:rPr lang="en-IN" dirty="0">
                    <a:solidFill>
                      <a:schemeClr val="tx1"/>
                    </a:solidFill>
                    <a:latin typeface="Times New Roman" panose="02020603050405020304" pitchFamily="18" charset="0"/>
                    <a:cs typeface="Times New Roman" panose="02020603050405020304" pitchFamily="18" charset="0"/>
                  </a:rPr>
                  <a:t>prediction.</a:t>
                </a:r>
              </a:p>
              <a:p>
                <a:pPr lvl="1"/>
                <a:r>
                  <a:rPr lang="en-IN" sz="2400" b="1" dirty="0">
                    <a:solidFill>
                      <a:schemeClr val="tx1"/>
                    </a:solidFill>
                    <a:latin typeface="Times New Roman" panose="02020603050405020304" pitchFamily="18" charset="0"/>
                    <a:cs typeface="Times New Roman" panose="02020603050405020304" pitchFamily="18" charset="0"/>
                  </a:rPr>
                  <a:t>For classification (0/1 Loss):</a:t>
                </a:r>
                <a:r>
                  <a:rPr lang="en-IN" sz="2400" dirty="0">
                    <a:solidFill>
                      <a:schemeClr val="tx1"/>
                    </a:solidFill>
                    <a:latin typeface="Times New Roman" panose="02020603050405020304" pitchFamily="18" charset="0"/>
                    <a:cs typeface="Times New Roman" panose="02020603050405020304" pitchFamily="18" charset="0"/>
                  </a:rPr>
                  <a:t> Loss is 0 if prediction correct and 1 if prediction is wrong.</a:t>
                </a:r>
              </a:p>
              <a:p>
                <a:r>
                  <a:rPr lang="en-IN" b="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L(y,</a:t>
                </a:r>
                <a:r>
                  <a:rPr lang="en-IN" i="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i="1">
                            <a:solidFill>
                              <a:schemeClr val="tx1"/>
                            </a:solidFill>
                            <a:latin typeface="Cambria Math" panose="02040503050406030204" pitchFamily="18" charset="0"/>
                          </a:rPr>
                        </m:ctrlPr>
                      </m:accPr>
                      <m:e>
                        <m:r>
                          <a:rPr lang="en-IN" i="1">
                            <a:solidFill>
                              <a:schemeClr val="tx1"/>
                            </a:solidFill>
                            <a:latin typeface="Cambria Math" panose="02040503050406030204" pitchFamily="18" charset="0"/>
                          </a:rPr>
                          <m:t>𝑦</m:t>
                        </m:r>
                      </m:e>
                    </m:acc>
                  </m:oMath>
                </a14:m>
                <a:r>
                  <a:rPr lang="en-IN" b="1" dirty="0">
                    <a:solidFill>
                      <a:schemeClr val="tx1"/>
                    </a:solidFill>
                    <a:latin typeface="Times New Roman" panose="02020603050405020304" pitchFamily="18" charset="0"/>
                    <a:cs typeface="Times New Roman" panose="02020603050405020304" pitchFamily="18" charset="0"/>
                  </a:rPr>
                  <a:t>)  = </a:t>
                </a:r>
                <a14:m>
                  <m:oMath xmlns:m="http://schemas.openxmlformats.org/officeDocument/2006/math">
                    <m:d>
                      <m:dPr>
                        <m:begChr m:val="{"/>
                        <m:endChr m:val=""/>
                        <m:ctrlPr>
                          <a:rPr lang="en-IN" b="1" i="1">
                            <a:solidFill>
                              <a:schemeClr val="tx1"/>
                            </a:solidFill>
                            <a:latin typeface="Cambria Math" panose="02040503050406030204" pitchFamily="18" charset="0"/>
                          </a:rPr>
                        </m:ctrlPr>
                      </m:dPr>
                      <m:e>
                        <m:eqArr>
                          <m:eqArrPr>
                            <m:ctrlPr>
                              <a:rPr lang="en-IN" i="1">
                                <a:solidFill>
                                  <a:schemeClr val="tx1"/>
                                </a:solidFill>
                                <a:latin typeface="Cambria Math" panose="02040503050406030204" pitchFamily="18" charset="0"/>
                              </a:rPr>
                            </m:ctrlPr>
                          </m:eqArrPr>
                          <m:e>
                            <m:r>
                              <a:rPr lang="en-IN" i="1">
                                <a:solidFill>
                                  <a:schemeClr val="tx1"/>
                                </a:solidFill>
                                <a:latin typeface="Cambria Math" panose="02040503050406030204" pitchFamily="18" charset="0"/>
                              </a:rPr>
                              <m:t>0,  &amp;</m:t>
                            </m:r>
                            <m:r>
                              <a:rPr lang="en-IN" i="1">
                                <a:solidFill>
                                  <a:schemeClr val="tx1"/>
                                </a:solidFill>
                                <a:latin typeface="Cambria Math" panose="02040503050406030204" pitchFamily="18" charset="0"/>
                              </a:rPr>
                              <m:t>𝑖𝑓</m:t>
                            </m:r>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𝑦</m:t>
                            </m:r>
                            <m:r>
                              <a:rPr lang="en-IN" i="1">
                                <a:solidFill>
                                  <a:schemeClr val="tx1"/>
                                </a:solidFill>
                                <a:latin typeface="Cambria Math" panose="02040503050406030204" pitchFamily="18" charset="0"/>
                              </a:rPr>
                              <m:t>=</m:t>
                            </m:r>
                            <m:acc>
                              <m:accPr>
                                <m:chr m:val="̂"/>
                                <m:ctrlPr>
                                  <a:rPr lang="en-IN" i="1">
                                    <a:solidFill>
                                      <a:schemeClr val="tx1"/>
                                    </a:solidFill>
                                    <a:latin typeface="Cambria Math" panose="02040503050406030204" pitchFamily="18" charset="0"/>
                                  </a:rPr>
                                </m:ctrlPr>
                              </m:accPr>
                              <m:e>
                                <m:r>
                                  <a:rPr lang="en-IN" i="1">
                                    <a:solidFill>
                                      <a:schemeClr val="tx1"/>
                                    </a:solidFill>
                                    <a:latin typeface="Cambria Math" panose="02040503050406030204" pitchFamily="18" charset="0"/>
                                  </a:rPr>
                                  <m:t>𝑦</m:t>
                                </m:r>
                              </m:e>
                            </m:acc>
                          </m:e>
                          <m:e>
                            <m:r>
                              <a:rPr lang="en-IN" i="1">
                                <a:solidFill>
                                  <a:schemeClr val="tx1"/>
                                </a:solidFill>
                                <a:latin typeface="Cambria Math" panose="02040503050406030204" pitchFamily="18" charset="0"/>
                              </a:rPr>
                              <m:t>1,  &amp;</m:t>
                            </m:r>
                            <m:r>
                              <a:rPr lang="en-IN" i="1">
                                <a:solidFill>
                                  <a:schemeClr val="tx1"/>
                                </a:solidFill>
                                <a:latin typeface="Cambria Math" panose="02040503050406030204" pitchFamily="18" charset="0"/>
                              </a:rPr>
                              <m:t>𝑂𝑡h𝑒𝑟𝑤𝑖𝑠𝑒</m:t>
                            </m:r>
                            <m:r>
                              <a:rPr lang="en-IN" i="1">
                                <a:solidFill>
                                  <a:schemeClr val="tx1"/>
                                </a:solidFill>
                                <a:latin typeface="Cambria Math" panose="02040503050406030204" pitchFamily="18" charset="0"/>
                              </a:rPr>
                              <m:t> </m:t>
                            </m:r>
                          </m:e>
                        </m:eqArr>
                      </m:e>
                    </m:d>
                  </m:oMath>
                </a14:m>
                <a:endParaRPr lang="en-IN" dirty="0">
                  <a:latin typeface="Times New Roman" panose="02020603050405020304" pitchFamily="18" charset="0"/>
                  <a:cs typeface="Times New Roman" panose="02020603050405020304" pitchFamily="18" charset="0"/>
                </a:endParaRPr>
              </a:p>
              <a:p>
                <a:endParaRPr lang="en-IN" dirty="0"/>
              </a:p>
            </p:txBody>
          </p:sp>
        </mc:Choice>
        <mc:Fallback xmlns="">
          <p:sp>
            <p:nvSpPr>
              <p:cNvPr id="3" name="Content Placeholder 2">
                <a:extLst>
                  <a:ext uri="{FF2B5EF4-FFF2-40B4-BE49-F238E27FC236}">
                    <a16:creationId xmlns:a16="http://schemas.microsoft.com/office/drawing/2014/main" id="{8B27D1D2-7D20-5D47-774C-AF5F4AF44D6E}"/>
                  </a:ext>
                </a:extLst>
              </p:cNvPr>
              <p:cNvSpPr>
                <a:spLocks noGrp="1" noRot="1" noChangeAspect="1" noMove="1" noResize="1" noEditPoints="1" noAdjustHandles="1" noChangeArrowheads="1" noChangeShapeType="1" noTextEdit="1"/>
              </p:cNvSpPr>
              <p:nvPr>
                <p:ph idx="1"/>
              </p:nvPr>
            </p:nvSpPr>
            <p:spPr>
              <a:xfrm>
                <a:off x="1295401" y="2556932"/>
                <a:ext cx="9986888" cy="3478108"/>
              </a:xfrm>
              <a:blipFill>
                <a:blip r:embed="rId2"/>
                <a:stretch>
                  <a:fillRect l="-1099" t="-2452"/>
                </a:stretch>
              </a:blipFill>
            </p:spPr>
            <p:txBody>
              <a:bodyPr/>
              <a:lstStyle/>
              <a:p>
                <a:r>
                  <a:rPr lang="en-IN">
                    <a:noFill/>
                  </a:rPr>
                  <a:t> </a:t>
                </a:r>
              </a:p>
            </p:txBody>
          </p:sp>
        </mc:Fallback>
      </mc:AlternateContent>
    </p:spTree>
    <p:extLst>
      <p:ext uri="{BB962C8B-B14F-4D97-AF65-F5344CB8AC3E}">
        <p14:creationId xmlns:p14="http://schemas.microsoft.com/office/powerpoint/2010/main" val="1518097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E748F9-63B7-5B43-8AB7-BB134EDFFA1D}"/>
                  </a:ext>
                </a:extLst>
              </p:cNvPr>
              <p:cNvSpPr>
                <a:spLocks noGrp="1"/>
              </p:cNvSpPr>
              <p:nvPr>
                <p:ph idx="1"/>
              </p:nvPr>
            </p:nvSpPr>
            <p:spPr>
              <a:xfrm>
                <a:off x="915573" y="882877"/>
                <a:ext cx="10394852" cy="5025554"/>
              </a:xfrm>
            </p:spPr>
            <p:txBody>
              <a:bodyPr>
                <a:normAutofit/>
              </a:bodyPr>
              <a:lstStyle/>
              <a:p>
                <a:pPr lvl="1"/>
                <a:r>
                  <a:rPr lang="en-IN" sz="2400" b="1" dirty="0">
                    <a:solidFill>
                      <a:schemeClr val="tx1"/>
                    </a:solidFill>
                    <a:latin typeface="Times New Roman" panose="02020603050405020304" pitchFamily="18" charset="0"/>
                    <a:cs typeface="Times New Roman" panose="02020603050405020304" pitchFamily="18" charset="0"/>
                  </a:rPr>
                  <a:t>For Regression (Squared Error Loss):</a:t>
                </a:r>
                <a:r>
                  <a:rPr lang="en-IN" sz="2400" dirty="0">
                    <a:solidFill>
                      <a:schemeClr val="tx1"/>
                    </a:solidFill>
                    <a:latin typeface="Times New Roman" panose="02020603050405020304" pitchFamily="18" charset="0"/>
                    <a:cs typeface="Times New Roman" panose="02020603050405020304" pitchFamily="18" charset="0"/>
                  </a:rPr>
                  <a:t> Measures the squared difference between the true output and the estimated output.</a:t>
                </a:r>
              </a:p>
              <a:p>
                <a:r>
                  <a:rPr lang="en-IN" sz="2800" dirty="0">
                    <a:solidFill>
                      <a:schemeClr val="tx1"/>
                    </a:solidFill>
                    <a:latin typeface="Times New Roman" panose="02020603050405020304" pitchFamily="18" charset="0"/>
                    <a:cs typeface="Times New Roman" panose="02020603050405020304" pitchFamily="18" charset="0"/>
                  </a:rPr>
                  <a:t>                                        L(y,</a:t>
                </a:r>
                <a:r>
                  <a:rPr lang="en-IN" sz="2800" i="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acc>
                      <m:accPr>
                        <m:chr m:val="̂"/>
                        <m:ctrlPr>
                          <a:rPr lang="en-IN" sz="2800" i="1">
                            <a:solidFill>
                              <a:schemeClr val="tx1"/>
                            </a:solidFill>
                            <a:latin typeface="Cambria Math" panose="02040503050406030204" pitchFamily="18" charset="0"/>
                          </a:rPr>
                        </m:ctrlPr>
                      </m:accPr>
                      <m:e>
                        <m:r>
                          <a:rPr lang="en-IN" sz="2800" i="1">
                            <a:solidFill>
                              <a:schemeClr val="tx1"/>
                            </a:solidFill>
                            <a:latin typeface="Cambria Math" panose="02040503050406030204" pitchFamily="18" charset="0"/>
                          </a:rPr>
                          <m:t>𝑦</m:t>
                        </m:r>
                      </m:e>
                    </m:acc>
                  </m:oMath>
                </a14:m>
                <a:r>
                  <a:rPr lang="en-IN" sz="2800" dirty="0">
                    <a:solidFill>
                      <a:schemeClr val="tx1"/>
                    </a:solidFill>
                    <a:latin typeface="Times New Roman" panose="02020603050405020304" pitchFamily="18" charset="0"/>
                    <a:cs typeface="Times New Roman" panose="02020603050405020304" pitchFamily="18" charset="0"/>
                  </a:rPr>
                  <a:t>)</a:t>
                </a:r>
                <a:r>
                  <a:rPr lang="en-IN" sz="2800"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f>
                      <m:fPr>
                        <m:ctrlPr>
                          <a:rPr lang="en-IN" sz="2800" b="1" i="1">
                            <a:solidFill>
                              <a:schemeClr val="tx1"/>
                            </a:solidFill>
                            <a:latin typeface="Cambria Math" panose="02040503050406030204" pitchFamily="18" charset="0"/>
                          </a:rPr>
                        </m:ctrlPr>
                      </m:fPr>
                      <m:num>
                        <m:r>
                          <a:rPr lang="en-IN" sz="2800" b="1" i="1">
                            <a:solidFill>
                              <a:schemeClr val="tx1"/>
                            </a:solidFill>
                            <a:latin typeface="Cambria Math" panose="02040503050406030204" pitchFamily="18" charset="0"/>
                          </a:rPr>
                          <m:t>𝟏</m:t>
                        </m:r>
                      </m:num>
                      <m:den>
                        <m:r>
                          <a:rPr lang="en-IN" sz="2800" b="1" i="1">
                            <a:solidFill>
                              <a:schemeClr val="tx1"/>
                            </a:solidFill>
                            <a:latin typeface="Cambria Math" panose="02040503050406030204" pitchFamily="18" charset="0"/>
                          </a:rPr>
                          <m:t>𝟐</m:t>
                        </m:r>
                      </m:den>
                    </m:f>
                    <m:sSup>
                      <m:sSupPr>
                        <m:ctrlPr>
                          <a:rPr lang="en-IN" sz="2800" i="1">
                            <a:solidFill>
                              <a:schemeClr val="tx1"/>
                            </a:solidFill>
                            <a:latin typeface="Cambria Math" panose="02040503050406030204" pitchFamily="18" charset="0"/>
                          </a:rPr>
                        </m:ctrlPr>
                      </m:sSupPr>
                      <m:e>
                        <m:r>
                          <a:rPr lang="en-IN" sz="2800" b="1">
                            <a:solidFill>
                              <a:schemeClr val="tx1"/>
                            </a:solidFill>
                            <a:latin typeface="Cambria Math" panose="02040503050406030204" pitchFamily="18" charset="0"/>
                          </a:rPr>
                          <m:t>(</m:t>
                        </m:r>
                        <m:r>
                          <m:rPr>
                            <m:sty m:val="p"/>
                          </m:rPr>
                          <a:rPr lang="en-IN" sz="2800">
                            <a:solidFill>
                              <a:schemeClr val="tx1"/>
                            </a:solidFill>
                            <a:latin typeface="Cambria Math" panose="02040503050406030204" pitchFamily="18" charset="0"/>
                          </a:rPr>
                          <m:t>y</m:t>
                        </m:r>
                        <m:r>
                          <a:rPr lang="en-IN" sz="2800" i="1">
                            <a:solidFill>
                              <a:schemeClr val="tx1"/>
                            </a:solidFill>
                            <a:latin typeface="Cambria Math" panose="02040503050406030204" pitchFamily="18" charset="0"/>
                          </a:rPr>
                          <m:t>−</m:t>
                        </m:r>
                        <m:acc>
                          <m:accPr>
                            <m:chr m:val="̂"/>
                            <m:ctrlPr>
                              <a:rPr lang="en-IN" sz="2800" i="1">
                                <a:solidFill>
                                  <a:schemeClr val="tx1"/>
                                </a:solidFill>
                                <a:latin typeface="Cambria Math" panose="02040503050406030204" pitchFamily="18" charset="0"/>
                              </a:rPr>
                            </m:ctrlPr>
                          </m:accPr>
                          <m:e>
                            <m:r>
                              <a:rPr lang="en-IN" sz="2800" i="1">
                                <a:solidFill>
                                  <a:schemeClr val="tx1"/>
                                </a:solidFill>
                                <a:latin typeface="Cambria Math" panose="02040503050406030204" pitchFamily="18" charset="0"/>
                              </a:rPr>
                              <m:t>𝑦</m:t>
                            </m:r>
                          </m:e>
                        </m:acc>
                        <m:r>
                          <a:rPr lang="en-IN" sz="2800">
                            <a:solidFill>
                              <a:schemeClr val="tx1"/>
                            </a:solidFill>
                            <a:latin typeface="Cambria Math" panose="02040503050406030204" pitchFamily="18" charset="0"/>
                          </a:rPr>
                          <m:t>)</m:t>
                        </m:r>
                      </m:e>
                      <m:sup>
                        <m:r>
                          <a:rPr lang="en-IN" sz="2800" i="1">
                            <a:solidFill>
                              <a:schemeClr val="tx1"/>
                            </a:solidFill>
                            <a:latin typeface="Cambria Math" panose="02040503050406030204" pitchFamily="18" charset="0"/>
                          </a:rPr>
                          <m:t>2</m:t>
                        </m:r>
                      </m:sup>
                    </m:sSup>
                  </m:oMath>
                </a14:m>
                <a:endParaRPr lang="en-IN" sz="2800"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Risk Function (R(w)- True Risk): </a:t>
                </a:r>
                <a:r>
                  <a:rPr lang="en-IN" dirty="0">
                    <a:solidFill>
                      <a:schemeClr val="tx1"/>
                    </a:solidFill>
                    <a:latin typeface="Times New Roman" panose="02020603050405020304" pitchFamily="18" charset="0"/>
                    <a:cs typeface="Times New Roman" panose="02020603050405020304" pitchFamily="18" charset="0"/>
                  </a:rPr>
                  <a:t>This is the expected loss over all possible data (including unseen data), defined by unknown probability distribution p(</a:t>
                </a:r>
                <a:r>
                  <a:rPr lang="en-IN" dirty="0" err="1">
                    <a:solidFill>
                      <a:schemeClr val="tx1"/>
                    </a:solidFill>
                    <a:latin typeface="Times New Roman" panose="02020603050405020304" pitchFamily="18" charset="0"/>
                    <a:cs typeface="Times New Roman" panose="02020603050405020304" pitchFamily="18" charset="0"/>
                  </a:rPr>
                  <a:t>x,y</a:t>
                </a:r>
                <a:r>
                  <a:rPr lang="en-IN" dirty="0">
                    <a:solidFill>
                      <a:schemeClr val="tx1"/>
                    </a:solidFill>
                    <a:latin typeface="Times New Roman" panose="02020603050405020304" pitchFamily="18" charset="0"/>
                    <a:cs typeface="Times New Roman" panose="02020603050405020304" pitchFamily="18" charset="0"/>
                  </a:rPr>
                  <a:t>). This is the </a:t>
                </a:r>
                <a:r>
                  <a:rPr lang="en-IN" i="1" dirty="0">
                    <a:solidFill>
                      <a:schemeClr val="tx1"/>
                    </a:solidFill>
                    <a:latin typeface="Times New Roman" panose="02020603050405020304" pitchFamily="18" charset="0"/>
                    <a:cs typeface="Times New Roman" panose="02020603050405020304" pitchFamily="18" charset="0"/>
                  </a:rPr>
                  <a:t>ideal</a:t>
                </a:r>
                <a:r>
                  <a:rPr lang="en-IN" dirty="0">
                    <a:solidFill>
                      <a:schemeClr val="tx1"/>
                    </a:solidFill>
                    <a:latin typeface="Times New Roman" panose="02020603050405020304" pitchFamily="18" charset="0"/>
                    <a:cs typeface="Times New Roman" panose="02020603050405020304" pitchFamily="18" charset="0"/>
                  </a:rPr>
                  <a:t> metric to minimize, but it </a:t>
                </a:r>
                <a:r>
                  <a:rPr lang="en-IN" b="1" dirty="0">
                    <a:solidFill>
                      <a:schemeClr val="tx1"/>
                    </a:solidFill>
                    <a:latin typeface="Times New Roman" panose="02020603050405020304" pitchFamily="18" charset="0"/>
                    <a:cs typeface="Times New Roman" panose="02020603050405020304" pitchFamily="18" charset="0"/>
                  </a:rPr>
                  <a:t>cannot be calculated</a:t>
                </a:r>
                <a:r>
                  <a:rPr lang="en-IN" dirty="0">
                    <a:solidFill>
                      <a:schemeClr val="tx1"/>
                    </a:solidFill>
                    <a:latin typeface="Times New Roman" panose="02020603050405020304" pitchFamily="18" charset="0"/>
                    <a:cs typeface="Times New Roman" panose="02020603050405020304" pitchFamily="18" charset="0"/>
                  </a:rPr>
                  <a:t> because </a:t>
                </a:r>
              </a:p>
              <a:p>
                <a:r>
                  <a:rPr lang="en-IN" dirty="0">
                    <a:solidFill>
                      <a:schemeClr val="tx1"/>
                    </a:solidFill>
                    <a:latin typeface="Times New Roman" panose="02020603050405020304" pitchFamily="18" charset="0"/>
                    <a:cs typeface="Times New Roman" panose="02020603050405020304" pitchFamily="18" charset="0"/>
                  </a:rPr>
                  <a:t>p(</a:t>
                </a:r>
                <a:r>
                  <a:rPr lang="en-IN" dirty="0" err="1">
                    <a:solidFill>
                      <a:schemeClr val="tx1"/>
                    </a:solidFill>
                    <a:latin typeface="Times New Roman" panose="02020603050405020304" pitchFamily="18" charset="0"/>
                    <a:cs typeface="Times New Roman" panose="02020603050405020304" pitchFamily="18" charset="0"/>
                  </a:rPr>
                  <a:t>x,y</a:t>
                </a:r>
                <a:r>
                  <a:rPr lang="en-IN" dirty="0">
                    <a:solidFill>
                      <a:schemeClr val="tx1"/>
                    </a:solidFill>
                    <a:latin typeface="Times New Roman" panose="02020603050405020304" pitchFamily="18" charset="0"/>
                    <a:cs typeface="Times New Roman" panose="02020603050405020304" pitchFamily="18" charset="0"/>
                  </a:rPr>
                  <a:t>) is unknown.</a:t>
                </a:r>
              </a:p>
              <a:p>
                <a:endParaRPr lang="en-IN" dirty="0"/>
              </a:p>
            </p:txBody>
          </p:sp>
        </mc:Choice>
        <mc:Fallback xmlns="">
          <p:sp>
            <p:nvSpPr>
              <p:cNvPr id="3" name="Content Placeholder 2">
                <a:extLst>
                  <a:ext uri="{FF2B5EF4-FFF2-40B4-BE49-F238E27FC236}">
                    <a16:creationId xmlns:a16="http://schemas.microsoft.com/office/drawing/2014/main" id="{84E748F9-63B7-5B43-8AB7-BB134EDFFA1D}"/>
                  </a:ext>
                </a:extLst>
              </p:cNvPr>
              <p:cNvSpPr>
                <a:spLocks noGrp="1" noRot="1" noChangeAspect="1" noMove="1" noResize="1" noEditPoints="1" noAdjustHandles="1" noChangeArrowheads="1" noChangeShapeType="1" noTextEdit="1"/>
              </p:cNvSpPr>
              <p:nvPr>
                <p:ph idx="1"/>
              </p:nvPr>
            </p:nvSpPr>
            <p:spPr>
              <a:xfrm>
                <a:off x="915573" y="882877"/>
                <a:ext cx="10394852" cy="5025554"/>
              </a:xfrm>
              <a:blipFill>
                <a:blip r:embed="rId2"/>
                <a:stretch>
                  <a:fillRect l="-1349" t="-1699" r="-1232"/>
                </a:stretch>
              </a:blipFill>
            </p:spPr>
            <p:txBody>
              <a:bodyPr/>
              <a:lstStyle/>
              <a:p>
                <a:r>
                  <a:rPr lang="en-IN">
                    <a:noFill/>
                  </a:rPr>
                  <a:t> </a:t>
                </a:r>
              </a:p>
            </p:txBody>
          </p:sp>
        </mc:Fallback>
      </mc:AlternateContent>
    </p:spTree>
    <p:extLst>
      <p:ext uri="{BB962C8B-B14F-4D97-AF65-F5344CB8AC3E}">
        <p14:creationId xmlns:p14="http://schemas.microsoft.com/office/powerpoint/2010/main" val="3767853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F1414-1263-E921-5600-406BAFF5854B}"/>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The Practical Solution: Empirical Risk Minimization (ERM)</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9F6972-FC60-5317-59F0-11149D77E002}"/>
                  </a:ext>
                </a:extLst>
              </p:cNvPr>
              <p:cNvSpPr>
                <a:spLocks noGrp="1"/>
              </p:cNvSpPr>
              <p:nvPr>
                <p:ph idx="1"/>
              </p:nvPr>
            </p:nvSpPr>
            <p:spPr>
              <a:xfrm>
                <a:off x="1388011" y="2556931"/>
                <a:ext cx="10006819" cy="3703191"/>
              </a:xfrm>
            </p:spPr>
            <p:txBody>
              <a:bodyPr>
                <a:normAutofit fontScale="62500" lnSpcReduction="20000"/>
              </a:bodyPr>
              <a:lstStyle/>
              <a:p>
                <a:r>
                  <a:rPr lang="en-IN" sz="3800" dirty="0">
                    <a:latin typeface="Times New Roman" panose="02020603050405020304" pitchFamily="18" charset="0"/>
                    <a:cs typeface="Times New Roman" panose="02020603050405020304" pitchFamily="18" charset="0"/>
                  </a:rPr>
                  <a:t>Since we cannot calculate the true Risk, we rely on the data we </a:t>
                </a:r>
                <a:r>
                  <a:rPr lang="en-IN" sz="3800" i="1" dirty="0">
                    <a:latin typeface="Times New Roman" panose="02020603050405020304" pitchFamily="18" charset="0"/>
                    <a:cs typeface="Times New Roman" panose="02020603050405020304" pitchFamily="18" charset="0"/>
                  </a:rPr>
                  <a:t>do</a:t>
                </a:r>
                <a:r>
                  <a:rPr lang="en-IN" sz="3800" dirty="0">
                    <a:latin typeface="Times New Roman" panose="02020603050405020304" pitchFamily="18" charset="0"/>
                    <a:cs typeface="Times New Roman" panose="02020603050405020304" pitchFamily="18" charset="0"/>
                  </a:rPr>
                  <a:t> have: the training set.</a:t>
                </a:r>
              </a:p>
              <a:p>
                <a:pPr lvl="0"/>
                <a:r>
                  <a:rPr lang="en-IN" sz="3800" b="1" dirty="0">
                    <a:latin typeface="Times New Roman" panose="02020603050405020304" pitchFamily="18" charset="0"/>
                    <a:cs typeface="Times New Roman" panose="02020603050405020304" pitchFamily="18" charset="0"/>
                  </a:rPr>
                  <a:t>Empirical Risk</a:t>
                </a:r>
                <a14:m>
                  <m:oMath xmlns:m="http://schemas.openxmlformats.org/officeDocument/2006/math">
                    <m:r>
                      <a:rPr lang="en-IN" sz="3800" i="1">
                        <a:latin typeface="Cambria Math" panose="02040503050406030204" pitchFamily="18" charset="0"/>
                      </a:rPr>
                      <m:t>(</m:t>
                    </m:r>
                    <m:sSub>
                      <m:sSubPr>
                        <m:ctrlPr>
                          <a:rPr lang="en-IN" sz="3800" b="1" i="1">
                            <a:latin typeface="Cambria Math" panose="02040503050406030204" pitchFamily="18" charset="0"/>
                          </a:rPr>
                        </m:ctrlPr>
                      </m:sSubPr>
                      <m:e>
                        <m:r>
                          <a:rPr lang="en-IN" sz="3800" b="1" i="1">
                            <a:latin typeface="Cambria Math" panose="02040503050406030204" pitchFamily="18" charset="0"/>
                          </a:rPr>
                          <m:t> </m:t>
                        </m:r>
                        <m:r>
                          <a:rPr lang="en-IN" sz="3800" b="1" i="1">
                            <a:latin typeface="Cambria Math" panose="02040503050406030204" pitchFamily="18" charset="0"/>
                          </a:rPr>
                          <m:t>𝑹</m:t>
                        </m:r>
                      </m:e>
                      <m:sub>
                        <m:r>
                          <a:rPr lang="en-IN" sz="3800" b="1" i="1">
                            <a:latin typeface="Cambria Math" panose="02040503050406030204" pitchFamily="18" charset="0"/>
                          </a:rPr>
                          <m:t>𝒆𝒎𝒑</m:t>
                        </m:r>
                      </m:sub>
                    </m:sSub>
                  </m:oMath>
                </a14:m>
                <a:r>
                  <a:rPr lang="en-IN" sz="3800" b="1" dirty="0">
                    <a:latin typeface="Times New Roman" panose="02020603050405020304" pitchFamily="18" charset="0"/>
                    <a:cs typeface="Times New Roman" panose="02020603050405020304" pitchFamily="18" charset="0"/>
                  </a:rPr>
                  <a:t>(w</a:t>
                </a:r>
                <a:r>
                  <a:rPr lang="en-IN" sz="3800" dirty="0">
                    <a:latin typeface="Times New Roman" panose="02020603050405020304" pitchFamily="18" charset="0"/>
                    <a:cs typeface="Times New Roman" panose="02020603050405020304" pitchFamily="18" charset="0"/>
                  </a:rPr>
                  <a:t>)): This is the </a:t>
                </a:r>
                <a:r>
                  <a:rPr lang="en-IN" sz="3800" b="1" dirty="0">
                    <a:latin typeface="Times New Roman" panose="02020603050405020304" pitchFamily="18" charset="0"/>
                    <a:cs typeface="Times New Roman" panose="02020603050405020304" pitchFamily="18" charset="0"/>
                  </a:rPr>
                  <a:t>average loss</a:t>
                </a:r>
                <a:r>
                  <a:rPr lang="en-IN" sz="3800" dirty="0">
                    <a:latin typeface="Times New Roman" panose="02020603050405020304" pitchFamily="18" charset="0"/>
                    <a:cs typeface="Times New Roman" panose="02020603050405020304" pitchFamily="18" charset="0"/>
                  </a:rPr>
                  <a:t> calculated only over the N examples in the training data D.</a:t>
                </a:r>
              </a:p>
              <a:p>
                <a:r>
                  <a:rPr lang="en-IN" sz="3800" dirty="0">
                    <a:latin typeface="Times New Roman" panose="02020603050405020304" pitchFamily="18" charset="0"/>
                    <a:cs typeface="Times New Roman" panose="02020603050405020304" pitchFamily="18" charset="0"/>
                  </a:rPr>
                  <a:t> </a:t>
                </a:r>
              </a:p>
              <a:p>
                <a:r>
                  <a:rPr lang="en-IN" sz="38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3800" i="1">
                            <a:latin typeface="Cambria Math" panose="02040503050406030204" pitchFamily="18" charset="0"/>
                          </a:rPr>
                        </m:ctrlPr>
                      </m:sSubPr>
                      <m:e>
                        <m:r>
                          <a:rPr lang="en-IN" sz="3800" i="1">
                            <a:latin typeface="Cambria Math" panose="02040503050406030204" pitchFamily="18" charset="0"/>
                          </a:rPr>
                          <m:t> </m:t>
                        </m:r>
                        <m:r>
                          <a:rPr lang="en-IN" sz="3800" i="1">
                            <a:latin typeface="Cambria Math" panose="02040503050406030204" pitchFamily="18" charset="0"/>
                          </a:rPr>
                          <m:t>𝑅</m:t>
                        </m:r>
                      </m:e>
                      <m:sub>
                        <m:r>
                          <a:rPr lang="en-IN" sz="3800" i="1">
                            <a:latin typeface="Cambria Math" panose="02040503050406030204" pitchFamily="18" charset="0"/>
                          </a:rPr>
                          <m:t>𝑒𝑚𝑝</m:t>
                        </m:r>
                      </m:sub>
                    </m:sSub>
                  </m:oMath>
                </a14:m>
                <a:r>
                  <a:rPr lang="en-IN" sz="3800" dirty="0">
                    <a:latin typeface="Times New Roman" panose="02020603050405020304" pitchFamily="18" charset="0"/>
                    <a:cs typeface="Times New Roman" panose="02020603050405020304" pitchFamily="18" charset="0"/>
                  </a:rPr>
                  <a:t>(w)</a:t>
                </a:r>
                <a14:m>
                  <m:oMath xmlns:m="http://schemas.openxmlformats.org/officeDocument/2006/math">
                    <m:r>
                      <a:rPr lang="en-IN" sz="3800" i="1">
                        <a:latin typeface="Cambria Math" panose="02040503050406030204" pitchFamily="18" charset="0"/>
                      </a:rPr>
                      <m:t> ≈</m:t>
                    </m:r>
                  </m:oMath>
                </a14:m>
                <a:r>
                  <a:rPr lang="en-IN" sz="3800"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sz="3800" i="1">
                            <a:latin typeface="Cambria Math" panose="02040503050406030204" pitchFamily="18" charset="0"/>
                          </a:rPr>
                        </m:ctrlPr>
                      </m:fPr>
                      <m:num>
                        <m:r>
                          <a:rPr lang="en-IN" sz="3800" i="1">
                            <a:latin typeface="Cambria Math" panose="02040503050406030204" pitchFamily="18" charset="0"/>
                          </a:rPr>
                          <m:t>1</m:t>
                        </m:r>
                      </m:num>
                      <m:den>
                        <m:r>
                          <a:rPr lang="en-IN" sz="3800" i="1">
                            <a:latin typeface="Cambria Math" panose="02040503050406030204" pitchFamily="18" charset="0"/>
                          </a:rPr>
                          <m:t>𝑁</m:t>
                        </m:r>
                      </m:den>
                    </m:f>
                  </m:oMath>
                </a14:m>
                <a:r>
                  <a:rPr lang="en-IN" sz="3800" dirty="0">
                    <a:latin typeface="Times New Roman" panose="02020603050405020304" pitchFamily="18" charset="0"/>
                    <a:cs typeface="Times New Roman" panose="02020603050405020304" pitchFamily="18" charset="0"/>
                  </a:rPr>
                  <a:t>  </a:t>
                </a:r>
                <a14:m>
                  <m:oMath xmlns:m="http://schemas.openxmlformats.org/officeDocument/2006/math">
                    <m:nary>
                      <m:naryPr>
                        <m:chr m:val="∑"/>
                        <m:limLoc m:val="undOvr"/>
                        <m:ctrlPr>
                          <a:rPr lang="en-IN" sz="3800" i="1">
                            <a:latin typeface="Cambria Math" panose="02040503050406030204" pitchFamily="18" charset="0"/>
                          </a:rPr>
                        </m:ctrlPr>
                      </m:naryPr>
                      <m:sub>
                        <m:r>
                          <a:rPr lang="en-IN" sz="3800" i="1">
                            <a:latin typeface="Cambria Math" panose="02040503050406030204" pitchFamily="18" charset="0"/>
                          </a:rPr>
                          <m:t>𝑖</m:t>
                        </m:r>
                        <m:r>
                          <a:rPr lang="en-IN" sz="3800" i="1">
                            <a:latin typeface="Cambria Math" panose="02040503050406030204" pitchFamily="18" charset="0"/>
                          </a:rPr>
                          <m:t>=1</m:t>
                        </m:r>
                      </m:sub>
                      <m:sup>
                        <m:r>
                          <a:rPr lang="en-IN" sz="3800" i="1">
                            <a:latin typeface="Cambria Math" panose="02040503050406030204" pitchFamily="18" charset="0"/>
                          </a:rPr>
                          <m:t>𝑁</m:t>
                        </m:r>
                      </m:sup>
                      <m:e>
                        <m:r>
                          <a:rPr lang="en-IN" sz="3800" i="1">
                            <a:latin typeface="Cambria Math" panose="02040503050406030204" pitchFamily="18" charset="0"/>
                          </a:rPr>
                          <m:t>𝐿</m:t>
                        </m:r>
                        <m:r>
                          <a:rPr lang="en-IN" sz="3800" i="1">
                            <a:latin typeface="Cambria Math" panose="02040503050406030204" pitchFamily="18" charset="0"/>
                          </a:rPr>
                          <m:t>(</m:t>
                        </m:r>
                      </m:e>
                    </m:nary>
                    <m:sSup>
                      <m:sSupPr>
                        <m:ctrlPr>
                          <a:rPr lang="en-IN" sz="3800" i="1">
                            <a:latin typeface="Cambria Math" panose="02040503050406030204" pitchFamily="18" charset="0"/>
                          </a:rPr>
                        </m:ctrlPr>
                      </m:sSupPr>
                      <m:e>
                        <m:r>
                          <a:rPr lang="en-IN" sz="3800" i="1">
                            <a:latin typeface="Cambria Math" panose="02040503050406030204" pitchFamily="18" charset="0"/>
                          </a:rPr>
                          <m:t>𝑦</m:t>
                        </m:r>
                      </m:e>
                      <m:sup>
                        <m:d>
                          <m:dPr>
                            <m:ctrlPr>
                              <a:rPr lang="en-IN" sz="3800" i="1">
                                <a:latin typeface="Cambria Math" panose="02040503050406030204" pitchFamily="18" charset="0"/>
                              </a:rPr>
                            </m:ctrlPr>
                          </m:dPr>
                          <m:e>
                            <m:r>
                              <a:rPr lang="en-IN" sz="3800" i="1">
                                <a:latin typeface="Cambria Math" panose="02040503050406030204" pitchFamily="18" charset="0"/>
                              </a:rPr>
                              <m:t>𝑖</m:t>
                            </m:r>
                          </m:e>
                        </m:d>
                      </m:sup>
                    </m:sSup>
                    <m:r>
                      <a:rPr lang="en-IN" sz="3800" i="1">
                        <a:latin typeface="Cambria Math" panose="02040503050406030204" pitchFamily="18" charset="0"/>
                      </a:rPr>
                      <m:t>,</m:t>
                    </m:r>
                    <m:r>
                      <a:rPr lang="en-IN" sz="3800" i="1">
                        <a:latin typeface="Cambria Math" panose="02040503050406030204" pitchFamily="18" charset="0"/>
                      </a:rPr>
                      <m:t>𝑓</m:t>
                    </m:r>
                    <m:r>
                      <a:rPr lang="en-IN" sz="3800" i="1">
                        <a:latin typeface="Cambria Math" panose="02040503050406030204" pitchFamily="18" charset="0"/>
                      </a:rPr>
                      <m:t>(</m:t>
                    </m:r>
                    <m:sSup>
                      <m:sSupPr>
                        <m:ctrlPr>
                          <a:rPr lang="en-IN" sz="3800" i="1">
                            <a:latin typeface="Cambria Math" panose="02040503050406030204" pitchFamily="18" charset="0"/>
                          </a:rPr>
                        </m:ctrlPr>
                      </m:sSupPr>
                      <m:e>
                        <m:r>
                          <a:rPr lang="en-IN" sz="3800" i="1">
                            <a:latin typeface="Cambria Math" panose="02040503050406030204" pitchFamily="18" charset="0"/>
                          </a:rPr>
                          <m:t>𝑥</m:t>
                        </m:r>
                      </m:e>
                      <m:sup>
                        <m:d>
                          <m:dPr>
                            <m:ctrlPr>
                              <a:rPr lang="en-IN" sz="3800" i="1">
                                <a:latin typeface="Cambria Math" panose="02040503050406030204" pitchFamily="18" charset="0"/>
                              </a:rPr>
                            </m:ctrlPr>
                          </m:dPr>
                          <m:e>
                            <m:r>
                              <a:rPr lang="en-IN" sz="3800" i="1">
                                <a:latin typeface="Cambria Math" panose="02040503050406030204" pitchFamily="18" charset="0"/>
                              </a:rPr>
                              <m:t>𝑖</m:t>
                            </m:r>
                          </m:e>
                        </m:d>
                      </m:sup>
                    </m:sSup>
                    <m:r>
                      <a:rPr lang="en-IN" sz="3800" i="1">
                        <a:latin typeface="Cambria Math" panose="02040503050406030204" pitchFamily="18" charset="0"/>
                      </a:rPr>
                      <m:t>,</m:t>
                    </m:r>
                    <m:r>
                      <a:rPr lang="en-IN" sz="3800" i="1">
                        <a:latin typeface="Cambria Math" panose="02040503050406030204" pitchFamily="18" charset="0"/>
                      </a:rPr>
                      <m:t>𝑤</m:t>
                    </m:r>
                    <m:r>
                      <a:rPr lang="en-IN" sz="3800" i="1">
                        <a:latin typeface="Cambria Math" panose="02040503050406030204" pitchFamily="18" charset="0"/>
                      </a:rPr>
                      <m:t>)</m:t>
                    </m:r>
                  </m:oMath>
                </a14:m>
                <a:r>
                  <a:rPr lang="en-IN" sz="3800" dirty="0">
                    <a:latin typeface="Times New Roman" panose="02020603050405020304" pitchFamily="18" charset="0"/>
                    <a:cs typeface="Times New Roman" panose="02020603050405020304" pitchFamily="18" charset="0"/>
                  </a:rPr>
                  <a:t>)</a:t>
                </a:r>
              </a:p>
              <a:p>
                <a:pPr lvl="0"/>
                <a:r>
                  <a:rPr lang="en-IN" sz="3800" b="1" dirty="0">
                    <a:latin typeface="Times New Roman" panose="02020603050405020304" pitchFamily="18" charset="0"/>
                    <a:cs typeface="Times New Roman" panose="02020603050405020304" pitchFamily="18" charset="0"/>
                  </a:rPr>
                  <a:t>The ERM Strategy:</a:t>
                </a:r>
                <a:r>
                  <a:rPr lang="en-IN" sz="3800" dirty="0">
                    <a:latin typeface="Times New Roman" panose="02020603050405020304" pitchFamily="18" charset="0"/>
                    <a:cs typeface="Times New Roman" panose="02020603050405020304" pitchFamily="18" charset="0"/>
                  </a:rPr>
                  <a:t> The machine learning algorithm aims to find the parameters w that minimizes the Empirical Risks (i.e., make the fewest errors on the training data)</a:t>
                </a:r>
              </a:p>
              <a:p>
                <a:endParaRPr lang="en-IN" dirty="0"/>
              </a:p>
            </p:txBody>
          </p:sp>
        </mc:Choice>
        <mc:Fallback xmlns="">
          <p:sp>
            <p:nvSpPr>
              <p:cNvPr id="3" name="Content Placeholder 2">
                <a:extLst>
                  <a:ext uri="{FF2B5EF4-FFF2-40B4-BE49-F238E27FC236}">
                    <a16:creationId xmlns:a16="http://schemas.microsoft.com/office/drawing/2014/main" id="{EA9F6972-FC60-5317-59F0-11149D77E002}"/>
                  </a:ext>
                </a:extLst>
              </p:cNvPr>
              <p:cNvSpPr>
                <a:spLocks noGrp="1" noRot="1" noChangeAspect="1" noMove="1" noResize="1" noEditPoints="1" noAdjustHandles="1" noChangeArrowheads="1" noChangeShapeType="1" noTextEdit="1"/>
              </p:cNvSpPr>
              <p:nvPr>
                <p:ph idx="1"/>
              </p:nvPr>
            </p:nvSpPr>
            <p:spPr>
              <a:xfrm>
                <a:off x="1388011" y="2556931"/>
                <a:ext cx="10006819" cy="3703191"/>
              </a:xfrm>
              <a:blipFill>
                <a:blip r:embed="rId2"/>
                <a:stretch>
                  <a:fillRect l="-1097" t="-4276" r="-853"/>
                </a:stretch>
              </a:blipFill>
            </p:spPr>
            <p:txBody>
              <a:bodyPr/>
              <a:lstStyle/>
              <a:p>
                <a:r>
                  <a:rPr lang="en-IN">
                    <a:noFill/>
                  </a:rPr>
                  <a:t> </a:t>
                </a:r>
              </a:p>
            </p:txBody>
          </p:sp>
        </mc:Fallback>
      </mc:AlternateContent>
    </p:spTree>
    <p:extLst>
      <p:ext uri="{BB962C8B-B14F-4D97-AF65-F5344CB8AC3E}">
        <p14:creationId xmlns:p14="http://schemas.microsoft.com/office/powerpoint/2010/main" val="566115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A3D88-ADC4-4163-1E24-FC91BE08738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The Problem with ERM: Overfitting</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2FF982-D4AD-C63A-AED5-0CC931268AF4}"/>
                  </a:ext>
                </a:extLst>
              </p:cNvPr>
              <p:cNvSpPr>
                <a:spLocks noGrp="1"/>
              </p:cNvSpPr>
              <p:nvPr>
                <p:ph idx="1"/>
              </p:nvPr>
            </p:nvSpPr>
            <p:spPr/>
            <p:txBody>
              <a:bodyPr>
                <a:normAutofit lnSpcReduction="10000"/>
              </a:bodyPr>
              <a:lstStyle/>
              <a:p>
                <a:r>
                  <a:rPr lang="en-IN" dirty="0">
                    <a:solidFill>
                      <a:schemeClr val="tx1"/>
                    </a:solidFill>
                    <a:latin typeface="Times New Roman" panose="02020603050405020304" pitchFamily="18" charset="0"/>
                    <a:cs typeface="Times New Roman" panose="02020603050405020304" pitchFamily="18" charset="0"/>
                  </a:rPr>
                  <a:t>Minimizing the training error perfectly is </a:t>
                </a:r>
                <a:r>
                  <a:rPr lang="en-IN" b="1" dirty="0">
                    <a:solidFill>
                      <a:schemeClr val="tx1"/>
                    </a:solidFill>
                    <a:latin typeface="Times New Roman" panose="02020603050405020304" pitchFamily="18" charset="0"/>
                    <a:cs typeface="Times New Roman" panose="02020603050405020304" pitchFamily="18" charset="0"/>
                  </a:rPr>
                  <a:t>not</a:t>
                </a:r>
                <a:r>
                  <a:rPr lang="en-IN" dirty="0">
                    <a:solidFill>
                      <a:schemeClr val="tx1"/>
                    </a:solidFill>
                    <a:latin typeface="Times New Roman" panose="02020603050405020304" pitchFamily="18" charset="0"/>
                    <a:cs typeface="Times New Roman" panose="02020603050405020304" pitchFamily="18" charset="0"/>
                  </a:rPr>
                  <a:t> a guarantee of success on new data. This is called an </a:t>
                </a:r>
                <a:r>
                  <a:rPr lang="en-IN" b="1" dirty="0">
                    <a:solidFill>
                      <a:schemeClr val="tx1"/>
                    </a:solidFill>
                    <a:latin typeface="Times New Roman" panose="02020603050405020304" pitchFamily="18" charset="0"/>
                    <a:cs typeface="Times New Roman" panose="02020603050405020304" pitchFamily="18" charset="0"/>
                  </a:rPr>
                  <a:t>ill-posed problem</a:t>
                </a:r>
                <a:r>
                  <a:rPr lang="en-IN" dirty="0">
                    <a:solidFill>
                      <a:schemeClr val="tx1"/>
                    </a:solidFill>
                    <a:latin typeface="Times New Roman" panose="02020603050405020304" pitchFamily="18" charset="0"/>
                    <a:cs typeface="Times New Roman" panose="02020603050405020304" pitchFamily="18" charset="0"/>
                  </a:rPr>
                  <a:t>.</a:t>
                </a:r>
              </a:p>
              <a:p>
                <a:r>
                  <a:rPr lang="en-IN" b="1" dirty="0">
                    <a:solidFill>
                      <a:schemeClr val="tx1"/>
                    </a:solidFill>
                    <a:latin typeface="Times New Roman" panose="02020603050405020304" pitchFamily="18" charset="0"/>
                    <a:cs typeface="Times New Roman" panose="02020603050405020304" pitchFamily="18" charset="0"/>
                  </a:rPr>
                  <a:t>Overfitting:</a:t>
                </a:r>
                <a:r>
                  <a:rPr lang="en-IN" dirty="0">
                    <a:solidFill>
                      <a:schemeClr val="tx1"/>
                    </a:solidFill>
                    <a:latin typeface="Times New Roman" panose="02020603050405020304" pitchFamily="18" charset="0"/>
                    <a:cs typeface="Times New Roman" panose="02020603050405020304" pitchFamily="18" charset="0"/>
                  </a:rPr>
                  <a:t> A function that achieves zero error on the training data might be overly complicated and perform very poorly on new, unseen data.</a:t>
                </a:r>
              </a:p>
              <a:p>
                <a:r>
                  <a:rPr lang="en-IN" b="1" dirty="0">
                    <a:solidFill>
                      <a:schemeClr val="tx1"/>
                    </a:solidFill>
                    <a:latin typeface="Times New Roman" panose="02020603050405020304" pitchFamily="18" charset="0"/>
                    <a:cs typeface="Times New Roman" panose="02020603050405020304" pitchFamily="18" charset="0"/>
                  </a:rPr>
                  <a:t>Example (Regression - Figure 2.1): </a:t>
                </a:r>
                <a:r>
                  <a:rPr lang="en-IN" dirty="0">
                    <a:solidFill>
                      <a:schemeClr val="tx1"/>
                    </a:solidFill>
                    <a:latin typeface="Times New Roman" panose="02020603050405020304" pitchFamily="18" charset="0"/>
                    <a:cs typeface="Times New Roman" panose="02020603050405020304" pitchFamily="18" charset="0"/>
                  </a:rPr>
                  <a:t>You can draw an infinitely complicated, wiggly line that perfectly hits every single training data point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𝑅</m:t>
                        </m:r>
                      </m:e>
                      <m:sub>
                        <m:r>
                          <a:rPr lang="en-IN" i="1">
                            <a:solidFill>
                              <a:schemeClr val="tx1"/>
                            </a:solidFill>
                            <a:latin typeface="Cambria Math" panose="02040503050406030204" pitchFamily="18" charset="0"/>
                          </a:rPr>
                          <m:t>𝑒𝑚𝑝</m:t>
                        </m:r>
                      </m:sub>
                    </m:sSub>
                    <m:r>
                      <a:rPr lang="en-IN" i="1">
                        <a:solidFill>
                          <a:schemeClr val="tx1"/>
                        </a:solidFill>
                        <a:latin typeface="Cambria Math" panose="02040503050406030204" pitchFamily="18" charset="0"/>
                      </a:rPr>
                      <m:t>=0</m:t>
                    </m:r>
                  </m:oMath>
                </a14:m>
                <a:r>
                  <a:rPr lang="en-IN" dirty="0">
                    <a:solidFill>
                      <a:schemeClr val="tx1"/>
                    </a:solidFill>
                    <a:latin typeface="Times New Roman" panose="02020603050405020304" pitchFamily="18" charset="0"/>
                    <a:cs typeface="Times New Roman" panose="02020603050405020304" pitchFamily="18" charset="0"/>
                  </a:rPr>
                  <a:t>) But this line is useless for predicting new points outside the training cluster.</a:t>
                </a:r>
              </a:p>
              <a:p>
                <a:endParaRPr lang="en-IN" dirty="0"/>
              </a:p>
            </p:txBody>
          </p:sp>
        </mc:Choice>
        <mc:Fallback xmlns="">
          <p:sp>
            <p:nvSpPr>
              <p:cNvPr id="3" name="Content Placeholder 2">
                <a:extLst>
                  <a:ext uri="{FF2B5EF4-FFF2-40B4-BE49-F238E27FC236}">
                    <a16:creationId xmlns:a16="http://schemas.microsoft.com/office/drawing/2014/main" id="{2C2FF982-D4AD-C63A-AED5-0CC931268AF4}"/>
                  </a:ext>
                </a:extLst>
              </p:cNvPr>
              <p:cNvSpPr>
                <a:spLocks noGrp="1" noRot="1" noChangeAspect="1" noMove="1" noResize="1" noEditPoints="1" noAdjustHandles="1" noChangeArrowheads="1" noChangeShapeType="1" noTextEdit="1"/>
              </p:cNvSpPr>
              <p:nvPr>
                <p:ph idx="1"/>
              </p:nvPr>
            </p:nvSpPr>
            <p:spPr>
              <a:blipFill>
                <a:blip r:embed="rId2"/>
                <a:stretch>
                  <a:fillRect l="-1144" t="-3670" r="-1334"/>
                </a:stretch>
              </a:blipFill>
            </p:spPr>
            <p:txBody>
              <a:bodyPr/>
              <a:lstStyle/>
              <a:p>
                <a:r>
                  <a:rPr lang="en-IN">
                    <a:noFill/>
                  </a:rPr>
                  <a:t> </a:t>
                </a:r>
              </a:p>
            </p:txBody>
          </p:sp>
        </mc:Fallback>
      </mc:AlternateContent>
    </p:spTree>
    <p:extLst>
      <p:ext uri="{BB962C8B-B14F-4D97-AF65-F5344CB8AC3E}">
        <p14:creationId xmlns:p14="http://schemas.microsoft.com/office/powerpoint/2010/main" val="1546531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E67BBC8-E702-B59E-7A63-DF54C2A842F0}"/>
              </a:ext>
            </a:extLst>
          </p:cNvPr>
          <p:cNvPicPr>
            <a:picLocks noGrp="1" noChangeAspect="1"/>
          </p:cNvPicPr>
          <p:nvPr>
            <p:ph idx="1"/>
          </p:nvPr>
        </p:nvPicPr>
        <p:blipFill>
          <a:blip r:embed="rId2"/>
          <a:stretch>
            <a:fillRect/>
          </a:stretch>
        </p:blipFill>
        <p:spPr>
          <a:xfrm>
            <a:off x="6769374" y="771396"/>
            <a:ext cx="4421004" cy="3317875"/>
          </a:xfrm>
          <a:prstGeom prst="rect">
            <a:avLst/>
          </a:prstGeom>
        </p:spPr>
      </p:pic>
      <p:sp>
        <p:nvSpPr>
          <p:cNvPr id="5" name="TextBox 4">
            <a:extLst>
              <a:ext uri="{FF2B5EF4-FFF2-40B4-BE49-F238E27FC236}">
                <a16:creationId xmlns:a16="http://schemas.microsoft.com/office/drawing/2014/main" id="{59E3CA83-4CF1-EA48-CAF5-BDDC43636F93}"/>
              </a:ext>
            </a:extLst>
          </p:cNvPr>
          <p:cNvSpPr txBox="1"/>
          <p:nvPr/>
        </p:nvSpPr>
        <p:spPr>
          <a:xfrm>
            <a:off x="862818" y="574448"/>
            <a:ext cx="5906556" cy="2215991"/>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Example (Classification - Figure 2.2):</a:t>
            </a:r>
            <a:r>
              <a:rPr lang="en-IN" sz="2400" dirty="0">
                <a:latin typeface="Times New Roman" panose="02020603050405020304" pitchFamily="18" charset="0"/>
                <a:cs typeface="Times New Roman" panose="02020603050405020304" pitchFamily="18" charset="0"/>
              </a:rPr>
              <a:t> A complex decision boundary that separates every training point correctly might misclassify simple test points that were not in the training set.</a:t>
            </a:r>
          </a:p>
          <a:p>
            <a:endParaRPr lang="en-IN" dirty="0"/>
          </a:p>
        </p:txBody>
      </p:sp>
      <p:pic>
        <p:nvPicPr>
          <p:cNvPr id="8" name="Picture 7">
            <a:extLst>
              <a:ext uri="{FF2B5EF4-FFF2-40B4-BE49-F238E27FC236}">
                <a16:creationId xmlns:a16="http://schemas.microsoft.com/office/drawing/2014/main" id="{558CCAD1-3165-D053-093A-03629EFEB9AE}"/>
              </a:ext>
            </a:extLst>
          </p:cNvPr>
          <p:cNvPicPr>
            <a:picLocks noChangeAspect="1"/>
          </p:cNvPicPr>
          <p:nvPr/>
        </p:nvPicPr>
        <p:blipFill>
          <a:blip r:embed="rId3"/>
          <a:stretch>
            <a:fillRect/>
          </a:stretch>
        </p:blipFill>
        <p:spPr>
          <a:xfrm>
            <a:off x="862818" y="2430333"/>
            <a:ext cx="4103077" cy="3581691"/>
          </a:xfrm>
          <a:prstGeom prst="rect">
            <a:avLst/>
          </a:prstGeom>
        </p:spPr>
      </p:pic>
    </p:spTree>
    <p:extLst>
      <p:ext uri="{BB962C8B-B14F-4D97-AF65-F5344CB8AC3E}">
        <p14:creationId xmlns:p14="http://schemas.microsoft.com/office/powerpoint/2010/main" val="58982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B04FF-1E9C-EDA0-F0A0-34E60E733C2F}"/>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The Ultimate Goal: Generalization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5AF0D5-1828-3385-00BE-C4CA92A02028}"/>
              </a:ext>
            </a:extLst>
          </p:cNvPr>
          <p:cNvSpPr>
            <a:spLocks noGrp="1"/>
          </p:cNvSpPr>
          <p:nvPr>
            <p:ph idx="1"/>
          </p:nvPr>
        </p:nvSpPr>
        <p:spPr/>
        <p:txBody>
          <a:bodyPr>
            <a:normAutofit lnSpcReduction="10000"/>
          </a:bodyPr>
          <a:lstStyle/>
          <a:p>
            <a:pPr algn="just"/>
            <a:r>
              <a:rPr lang="en-IN" b="1" dirty="0">
                <a:latin typeface="Times New Roman" panose="02020603050405020304" pitchFamily="18" charset="0"/>
                <a:cs typeface="Times New Roman" panose="02020603050405020304" pitchFamily="18" charset="0"/>
              </a:rPr>
              <a:t>Generalization:</a:t>
            </a:r>
            <a:r>
              <a:rPr lang="en-IN" dirty="0">
                <a:latin typeface="Times New Roman" panose="02020603050405020304" pitchFamily="18" charset="0"/>
                <a:cs typeface="Times New Roman" panose="02020603050405020304" pitchFamily="18" charset="0"/>
              </a:rPr>
              <a:t> The ability of the trained machine to accurately predict outputs for </a:t>
            </a:r>
            <a:r>
              <a:rPr lang="en-IN" b="1" dirty="0">
                <a:latin typeface="Times New Roman" panose="02020603050405020304" pitchFamily="18" charset="0"/>
                <a:cs typeface="Times New Roman" panose="02020603050405020304" pitchFamily="18" charset="0"/>
              </a:rPr>
              <a:t>novel patterns</a:t>
            </a:r>
            <a:r>
              <a:rPr lang="en-IN" dirty="0">
                <a:latin typeface="Times New Roman" panose="02020603050405020304" pitchFamily="18" charset="0"/>
                <a:cs typeface="Times New Roman" panose="02020603050405020304" pitchFamily="18" charset="0"/>
              </a:rPr>
              <a:t> (data it has never seen before).</a:t>
            </a:r>
          </a:p>
          <a:p>
            <a:pPr algn="just"/>
            <a:r>
              <a:rPr lang="en-IN" b="1" dirty="0">
                <a:latin typeface="Times New Roman" panose="02020603050405020304" pitchFamily="18" charset="0"/>
                <a:cs typeface="Times New Roman" panose="02020603050405020304" pitchFamily="18" charset="0"/>
              </a:rPr>
              <a:t>Test Dataset:</a:t>
            </a:r>
            <a:r>
              <a:rPr lang="en-IN" dirty="0">
                <a:latin typeface="Times New Roman" panose="02020603050405020304" pitchFamily="18" charset="0"/>
                <a:cs typeface="Times New Roman" panose="02020603050405020304" pitchFamily="18" charset="0"/>
              </a:rPr>
              <a:t> We measure generalization performance by checking the error on a separate </a:t>
            </a:r>
            <a:r>
              <a:rPr lang="en-IN" b="1" dirty="0">
                <a:latin typeface="Times New Roman" panose="02020603050405020304" pitchFamily="18" charset="0"/>
                <a:cs typeface="Times New Roman" panose="02020603050405020304" pitchFamily="18" charset="0"/>
              </a:rPr>
              <a:t>test dataset</a:t>
            </a:r>
            <a:r>
              <a:rPr lang="en-IN" dirty="0">
                <a:latin typeface="Times New Roman" panose="02020603050405020304" pitchFamily="18" charset="0"/>
                <a:cs typeface="Times New Roman" panose="02020603050405020304" pitchFamily="18" charset="0"/>
              </a:rPr>
              <a:t> (data not used for training). This error is called the </a:t>
            </a:r>
            <a:r>
              <a:rPr lang="en-IN" b="1" dirty="0">
                <a:latin typeface="Times New Roman" panose="02020603050405020304" pitchFamily="18" charset="0"/>
                <a:cs typeface="Times New Roman" panose="02020603050405020304" pitchFamily="18" charset="0"/>
              </a:rPr>
              <a:t>off-training set error</a:t>
            </a:r>
            <a:r>
              <a:rPr lang="en-IN" dirty="0">
                <a:latin typeface="Times New Roman" panose="02020603050405020304" pitchFamily="18" charset="0"/>
                <a:cs typeface="Times New Roman" panose="02020603050405020304" pitchFamily="18" charset="0"/>
              </a:rPr>
              <a:t>.</a:t>
            </a:r>
          </a:p>
          <a:p>
            <a:pPr algn="just"/>
            <a:r>
              <a:rPr lang="en-IN" b="1" dirty="0">
                <a:solidFill>
                  <a:schemeClr val="tx1"/>
                </a:solidFill>
                <a:latin typeface="Times New Roman" panose="02020603050405020304" pitchFamily="18" charset="0"/>
                <a:cs typeface="Times New Roman" panose="02020603050405020304" pitchFamily="18" charset="0"/>
              </a:rPr>
              <a:t>Inductive Learning:</a:t>
            </a:r>
            <a:r>
              <a:rPr lang="en-IN" dirty="0">
                <a:solidFill>
                  <a:schemeClr val="tx1"/>
                </a:solidFill>
                <a:latin typeface="Times New Roman" panose="02020603050405020304" pitchFamily="18" charset="0"/>
                <a:cs typeface="Times New Roman" panose="02020603050405020304" pitchFamily="18" charset="0"/>
              </a:rPr>
              <a:t> The process of using specific training examples to create a </a:t>
            </a:r>
            <a:r>
              <a:rPr lang="en-IN" b="1" dirty="0">
                <a:solidFill>
                  <a:schemeClr val="tx1"/>
                </a:solidFill>
                <a:latin typeface="Times New Roman" panose="02020603050405020304" pitchFamily="18" charset="0"/>
                <a:cs typeface="Times New Roman" panose="02020603050405020304" pitchFamily="18" charset="0"/>
              </a:rPr>
              <a:t>general hypothesis </a:t>
            </a:r>
            <a:r>
              <a:rPr lang="en-IN" dirty="0">
                <a:solidFill>
                  <a:schemeClr val="tx1"/>
                </a:solidFill>
                <a:latin typeface="Times New Roman" panose="02020603050405020304" pitchFamily="18" charset="0"/>
                <a:cs typeface="Times New Roman" panose="02020603050405020304" pitchFamily="18" charset="0"/>
              </a:rPr>
              <a:t>(h(x)) that hopefully approximates the true unknown function f(x) well, allowing it to generalize.</a:t>
            </a:r>
          </a:p>
          <a:p>
            <a:endParaRPr lang="en-IN" dirty="0"/>
          </a:p>
        </p:txBody>
      </p:sp>
    </p:spTree>
    <p:extLst>
      <p:ext uri="{BB962C8B-B14F-4D97-AF65-F5344CB8AC3E}">
        <p14:creationId xmlns:p14="http://schemas.microsoft.com/office/powerpoint/2010/main" val="781358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4784-E45A-81C5-5DB1-9E6FBB3C311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Limitations of the theory</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A7808D8-D1FC-B3B0-27F1-028E4F2B1BAE}"/>
              </a:ext>
            </a:extLst>
          </p:cNvPr>
          <p:cNvSpPr>
            <a:spLocks noGrp="1"/>
          </p:cNvSpPr>
          <p:nvPr>
            <p:ph idx="1"/>
          </p:nvPr>
        </p:nvSpPr>
        <p:spPr>
          <a:xfrm>
            <a:off x="1295401" y="2556931"/>
            <a:ext cx="9818076" cy="3618785"/>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No Free Lunch Theorem:</a:t>
            </a:r>
            <a:r>
              <a:rPr lang="en-IN" dirty="0">
                <a:solidFill>
                  <a:schemeClr val="tx1"/>
                </a:solidFill>
                <a:latin typeface="Times New Roman" panose="02020603050405020304" pitchFamily="18" charset="0"/>
                <a:cs typeface="Times New Roman" panose="02020603050405020304" pitchFamily="18" charset="0"/>
              </a:rPr>
              <a:t> There is no single "best" machine learning algorithm that works best for </a:t>
            </a:r>
            <a:r>
              <a:rPr lang="en-IN" i="1" dirty="0">
                <a:solidFill>
                  <a:schemeClr val="tx1"/>
                </a:solidFill>
                <a:latin typeface="Times New Roman" panose="02020603050405020304" pitchFamily="18" charset="0"/>
                <a:cs typeface="Times New Roman" panose="02020603050405020304" pitchFamily="18" charset="0"/>
              </a:rPr>
              <a:t>all</a:t>
            </a:r>
            <a:r>
              <a:rPr lang="en-IN" dirty="0">
                <a:solidFill>
                  <a:schemeClr val="tx1"/>
                </a:solidFill>
                <a:latin typeface="Times New Roman" panose="02020603050405020304" pitchFamily="18" charset="0"/>
                <a:cs typeface="Times New Roman" panose="02020603050405020304" pitchFamily="18" charset="0"/>
              </a:rPr>
              <a:t> possible problems.</a:t>
            </a:r>
          </a:p>
          <a:p>
            <a:pPr lvl="0"/>
            <a:r>
              <a:rPr lang="en-IN" dirty="0">
                <a:solidFill>
                  <a:schemeClr val="tx1"/>
                </a:solidFill>
                <a:latin typeface="Times New Roman" panose="02020603050405020304" pitchFamily="18" charset="0"/>
                <a:cs typeface="Times New Roman" panose="02020603050405020304" pitchFamily="18" charset="0"/>
              </a:rPr>
              <a:t>Because perfect theoretical solutions are elusive, practitioners often rely on:</a:t>
            </a:r>
          </a:p>
          <a:p>
            <a:pPr lvl="1"/>
            <a:r>
              <a:rPr lang="en-IN" sz="2400" b="1" dirty="0">
                <a:solidFill>
                  <a:schemeClr val="tx1"/>
                </a:solidFill>
                <a:latin typeface="Times New Roman" panose="02020603050405020304" pitchFamily="18" charset="0"/>
                <a:cs typeface="Times New Roman" panose="02020603050405020304" pitchFamily="18" charset="0"/>
              </a:rPr>
              <a:t>Heuristics (Trial-and-Error):</a:t>
            </a:r>
            <a:r>
              <a:rPr lang="en-IN" sz="2400" dirty="0">
                <a:solidFill>
                  <a:schemeClr val="tx1"/>
                </a:solidFill>
                <a:latin typeface="Times New Roman" panose="02020603050405020304" pitchFamily="18" charset="0"/>
                <a:cs typeface="Times New Roman" panose="02020603050405020304" pitchFamily="18" charset="0"/>
              </a:rPr>
              <a:t> Trying different algorithms and configurations.</a:t>
            </a:r>
          </a:p>
          <a:p>
            <a:pPr lvl="1"/>
            <a:r>
              <a:rPr lang="en-IN" sz="2400" b="1" dirty="0">
                <a:solidFill>
                  <a:schemeClr val="tx1"/>
                </a:solidFill>
                <a:latin typeface="Times New Roman" panose="02020603050405020304" pitchFamily="18" charset="0"/>
                <a:cs typeface="Times New Roman" panose="02020603050405020304" pitchFamily="18" charset="0"/>
              </a:rPr>
              <a:t>Occam’s Razor Principle:</a:t>
            </a:r>
            <a:r>
              <a:rPr lang="en-IN" sz="2400" dirty="0">
                <a:solidFill>
                  <a:schemeClr val="tx1"/>
                </a:solidFill>
                <a:latin typeface="Times New Roman" panose="02020603050405020304" pitchFamily="18" charset="0"/>
                <a:cs typeface="Times New Roman" panose="02020603050405020304" pitchFamily="18" charset="0"/>
              </a:rPr>
              <a:t> Favouring the </a:t>
            </a:r>
            <a:r>
              <a:rPr lang="en-IN" sz="2400" b="1" dirty="0">
                <a:solidFill>
                  <a:schemeClr val="tx1"/>
                </a:solidFill>
                <a:latin typeface="Times New Roman" panose="02020603050405020304" pitchFamily="18" charset="0"/>
                <a:cs typeface="Times New Roman" panose="02020603050405020304" pitchFamily="18" charset="0"/>
              </a:rPr>
              <a:t>simplest</a:t>
            </a:r>
            <a:r>
              <a:rPr lang="en-IN" sz="2400" dirty="0">
                <a:solidFill>
                  <a:schemeClr val="tx1"/>
                </a:solidFill>
                <a:latin typeface="Times New Roman" panose="02020603050405020304" pitchFamily="18" charset="0"/>
                <a:cs typeface="Times New Roman" panose="02020603050405020304" pitchFamily="18" charset="0"/>
              </a:rPr>
              <a:t> hypothesis (the simplest function f(x)) that adequately explains the data, as this is often less prone to overfitting.</a:t>
            </a:r>
          </a:p>
          <a:p>
            <a:endParaRPr lang="en-IN" dirty="0"/>
          </a:p>
        </p:txBody>
      </p:sp>
    </p:spTree>
    <p:extLst>
      <p:ext uri="{BB962C8B-B14F-4D97-AF65-F5344CB8AC3E}">
        <p14:creationId xmlns:p14="http://schemas.microsoft.com/office/powerpoint/2010/main" val="2031283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4E5E4-0FE7-F30F-CB5C-F399051F0BF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Bias and variance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644C23-A27B-385D-3CA3-F253440A6ABF}"/>
              </a:ext>
            </a:extLst>
          </p:cNvPr>
          <p:cNvSpPr>
            <a:spLocks noGrp="1"/>
          </p:cNvSpPr>
          <p:nvPr>
            <p:ph idx="1"/>
          </p:nvPr>
        </p:nvSpPr>
        <p:spPr>
          <a:xfrm>
            <a:off x="1295400" y="2556932"/>
            <a:ext cx="10029091" cy="3675056"/>
          </a:xfrm>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Imagine you are trying to hit a target (the </a:t>
            </a:r>
            <a:r>
              <a:rPr lang="en-IN" b="1" dirty="0">
                <a:latin typeface="Times New Roman" panose="02020603050405020304" pitchFamily="18" charset="0"/>
                <a:cs typeface="Times New Roman" panose="02020603050405020304" pitchFamily="18" charset="0"/>
              </a:rPr>
              <a:t>true function, f(x</a:t>
            </a:r>
            <a:r>
              <a:rPr lang="en-IN" dirty="0">
                <a:latin typeface="Times New Roman" panose="02020603050405020304" pitchFamily="18" charset="0"/>
                <a:cs typeface="Times New Roman" panose="02020603050405020304" pitchFamily="18" charset="0"/>
              </a:rPr>
              <a:t>)) using a dartboard. Every time you train your machine learning model, it's like throwing a dart. Since you get slightly different training data samples each time, your dart hits a slightly different spot.</a:t>
            </a:r>
          </a:p>
          <a:p>
            <a:r>
              <a:rPr lang="en-IN" b="1" dirty="0">
                <a:solidFill>
                  <a:schemeClr val="tx1"/>
                </a:solidFill>
                <a:latin typeface="Times New Roman" panose="02020603050405020304" pitchFamily="18" charset="0"/>
                <a:cs typeface="Times New Roman" panose="02020603050405020304" pitchFamily="18" charset="0"/>
              </a:rPr>
              <a:t>Bias (The "Wrong Spot" Error)</a:t>
            </a:r>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Simple Term:</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Underfitting.</a:t>
            </a:r>
            <a:endParaRPr lang="en-IN" dirty="0">
              <a:solidFill>
                <a:schemeClr val="tx1"/>
              </a:solidFill>
              <a:latin typeface="Times New Roman" panose="02020603050405020304" pitchFamily="18" charset="0"/>
              <a:cs typeface="Times New Roman" panose="02020603050405020304" pitchFamily="18" charset="0"/>
            </a:endParaRPr>
          </a:p>
          <a:p>
            <a:pPr algn="just"/>
            <a:r>
              <a:rPr lang="en-IN" dirty="0">
                <a:solidFill>
                  <a:schemeClr val="tx1"/>
                </a:solidFill>
                <a:latin typeface="Times New Roman" panose="02020603050405020304" pitchFamily="18" charset="0"/>
                <a:cs typeface="Times New Roman" panose="02020603050405020304" pitchFamily="18" charset="0"/>
              </a:rPr>
              <a:t>You are aiming for the bullseye, but all your darts land consistently in the upper-left quadrant. You are consistently missing the true target because of a fundamental flaw in your aim.</a:t>
            </a:r>
          </a:p>
          <a:p>
            <a:endParaRPr lang="en-IN" dirty="0"/>
          </a:p>
        </p:txBody>
      </p:sp>
    </p:spTree>
    <p:extLst>
      <p:ext uri="{BB962C8B-B14F-4D97-AF65-F5344CB8AC3E}">
        <p14:creationId xmlns:p14="http://schemas.microsoft.com/office/powerpoint/2010/main" val="1535784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6B2CED-881F-78F2-3202-9F209E234EB8}"/>
              </a:ext>
            </a:extLst>
          </p:cNvPr>
          <p:cNvSpPr>
            <a:spLocks noGrp="1"/>
          </p:cNvSpPr>
          <p:nvPr>
            <p:ph idx="1"/>
          </p:nvPr>
        </p:nvSpPr>
        <p:spPr>
          <a:xfrm>
            <a:off x="829994" y="773723"/>
            <a:ext cx="10775852" cy="5528603"/>
          </a:xfrm>
        </p:spPr>
        <p:txBody>
          <a:bodyPr>
            <a:normAutofit lnSpcReduction="10000"/>
          </a:bodyPr>
          <a:lstStyle/>
          <a:p>
            <a:r>
              <a:rPr lang="en-IN" b="1" dirty="0">
                <a:solidFill>
                  <a:schemeClr val="tx1"/>
                </a:solidFill>
                <a:latin typeface="Times New Roman" panose="02020603050405020304" pitchFamily="18" charset="0"/>
                <a:cs typeface="Times New Roman" panose="02020603050405020304" pitchFamily="18" charset="0"/>
              </a:rPr>
              <a:t>In ML:</a:t>
            </a:r>
            <a:r>
              <a:rPr lang="en-IN" dirty="0">
                <a:solidFill>
                  <a:schemeClr val="tx1"/>
                </a:solidFill>
                <a:latin typeface="Times New Roman" panose="02020603050405020304" pitchFamily="18" charset="0"/>
                <a:cs typeface="Times New Roman" panose="02020603050405020304" pitchFamily="18" charset="0"/>
              </a:rPr>
              <a:t> Bias is the error that arises from the chosen model being </a:t>
            </a:r>
            <a:r>
              <a:rPr lang="en-IN" b="1" dirty="0">
                <a:solidFill>
                  <a:schemeClr val="tx1"/>
                </a:solidFill>
                <a:latin typeface="Times New Roman" panose="02020603050405020304" pitchFamily="18" charset="0"/>
                <a:cs typeface="Times New Roman" panose="02020603050405020304" pitchFamily="18" charset="0"/>
              </a:rPr>
              <a:t>too simple</a:t>
            </a:r>
            <a:r>
              <a:rPr lang="en-IN" dirty="0">
                <a:solidFill>
                  <a:schemeClr val="tx1"/>
                </a:solidFill>
                <a:latin typeface="Times New Roman" panose="02020603050405020304" pitchFamily="18" charset="0"/>
                <a:cs typeface="Times New Roman" panose="02020603050405020304" pitchFamily="18" charset="0"/>
              </a:rPr>
              <a:t> or </a:t>
            </a:r>
            <a:r>
              <a:rPr lang="en-IN" b="1" dirty="0">
                <a:solidFill>
                  <a:schemeClr val="tx1"/>
                </a:solidFill>
                <a:latin typeface="Times New Roman" panose="02020603050405020304" pitchFamily="18" charset="0"/>
                <a:cs typeface="Times New Roman" panose="02020603050405020304" pitchFamily="18" charset="0"/>
              </a:rPr>
              <a:t>too inflexible</a:t>
            </a:r>
            <a:r>
              <a:rPr lang="en-IN" dirty="0">
                <a:solidFill>
                  <a:schemeClr val="tx1"/>
                </a:solidFill>
                <a:latin typeface="Times New Roman" panose="02020603050405020304" pitchFamily="18" charset="0"/>
                <a:cs typeface="Times New Roman" panose="02020603050405020304" pitchFamily="18" charset="0"/>
              </a:rPr>
              <a:t> to capture the true underlying relationship in the data.</a:t>
            </a:r>
          </a:p>
          <a:p>
            <a:r>
              <a:rPr lang="en-IN" dirty="0">
                <a:solidFill>
                  <a:schemeClr val="tx1"/>
                </a:solidFill>
                <a:latin typeface="Times New Roman" panose="02020603050405020304" pitchFamily="18" charset="0"/>
                <a:cs typeface="Times New Roman" panose="02020603050405020304" pitchFamily="18" charset="0"/>
              </a:rPr>
              <a:t>The model is so simple (e.g., a straight line on a curve) that even if you train it on infinite data, the average prediction will still be wrong.</a:t>
            </a:r>
          </a:p>
          <a:p>
            <a:r>
              <a:rPr lang="en-IN" b="1" dirty="0">
                <a:solidFill>
                  <a:schemeClr val="tx1"/>
                </a:solidFill>
                <a:latin typeface="Times New Roman" panose="02020603050405020304" pitchFamily="18" charset="0"/>
                <a:cs typeface="Times New Roman" panose="02020603050405020304" pitchFamily="18" charset="0"/>
              </a:rPr>
              <a:t>Variance (The "Scattered" Error)</a:t>
            </a:r>
            <a:endParaRPr lang="en-IN" dirty="0">
              <a:solidFill>
                <a:schemeClr val="tx1"/>
              </a:solidFill>
              <a:latin typeface="Times New Roman" panose="02020603050405020304" pitchFamily="18" charset="0"/>
              <a:cs typeface="Times New Roman" panose="02020603050405020304" pitchFamily="18" charset="0"/>
            </a:endParaRPr>
          </a:p>
          <a:p>
            <a:pPr algn="just"/>
            <a:r>
              <a:rPr lang="en-IN" b="1" dirty="0">
                <a:solidFill>
                  <a:schemeClr val="tx1"/>
                </a:solidFill>
                <a:latin typeface="Times New Roman" panose="02020603050405020304" pitchFamily="18" charset="0"/>
                <a:cs typeface="Times New Roman" panose="02020603050405020304" pitchFamily="18" charset="0"/>
              </a:rPr>
              <a:t>Overfitting.</a:t>
            </a:r>
            <a:endParaRPr lang="en-IN" dirty="0">
              <a:solidFill>
                <a:schemeClr val="tx1"/>
              </a:solidFill>
              <a:latin typeface="Times New Roman" panose="02020603050405020304" pitchFamily="18" charset="0"/>
              <a:cs typeface="Times New Roman" panose="02020603050405020304" pitchFamily="18" charset="0"/>
            </a:endParaRPr>
          </a:p>
          <a:p>
            <a:pPr lvl="0" algn="just"/>
            <a:r>
              <a:rPr lang="en-IN" b="1" dirty="0">
                <a:solidFill>
                  <a:schemeClr val="tx1"/>
                </a:solidFill>
                <a:latin typeface="Times New Roman" panose="02020603050405020304" pitchFamily="18" charset="0"/>
                <a:cs typeface="Times New Roman" panose="02020603050405020304" pitchFamily="18" charset="0"/>
              </a:rPr>
              <a:t>Analogy:</a:t>
            </a:r>
            <a:r>
              <a:rPr lang="en-IN" dirty="0">
                <a:solidFill>
                  <a:schemeClr val="tx1"/>
                </a:solidFill>
                <a:latin typeface="Times New Roman" panose="02020603050405020304" pitchFamily="18" charset="0"/>
                <a:cs typeface="Times New Roman" panose="02020603050405020304" pitchFamily="18" charset="0"/>
              </a:rPr>
              <a:t> Your darts are scattered all over the board. Sometimes you hit the bullseye perfectly, sometimes you miss widely, but your </a:t>
            </a:r>
            <a:r>
              <a:rPr lang="en-IN" i="1" dirty="0">
                <a:solidFill>
                  <a:schemeClr val="tx1"/>
                </a:solidFill>
                <a:latin typeface="Times New Roman" panose="02020603050405020304" pitchFamily="18" charset="0"/>
                <a:cs typeface="Times New Roman" panose="02020603050405020304" pitchFamily="18" charset="0"/>
              </a:rPr>
              <a:t>average</a:t>
            </a:r>
            <a:r>
              <a:rPr lang="en-IN" dirty="0">
                <a:solidFill>
                  <a:schemeClr val="tx1"/>
                </a:solidFill>
                <a:latin typeface="Times New Roman" panose="02020603050405020304" pitchFamily="18" charset="0"/>
                <a:cs typeface="Times New Roman" panose="02020603050405020304" pitchFamily="18" charset="0"/>
              </a:rPr>
              <a:t> aim (the </a:t>
            </a:r>
            <a:r>
              <a:rPr lang="en-IN" dirty="0" err="1">
                <a:solidFill>
                  <a:schemeClr val="tx1"/>
                </a:solidFill>
                <a:latin typeface="Times New Roman" panose="02020603050405020304" pitchFamily="18" charset="0"/>
                <a:cs typeface="Times New Roman" panose="02020603050405020304" pitchFamily="18" charset="0"/>
              </a:rPr>
              <a:t>center</a:t>
            </a:r>
            <a:r>
              <a:rPr lang="en-IN" dirty="0">
                <a:solidFill>
                  <a:schemeClr val="tx1"/>
                </a:solidFill>
                <a:latin typeface="Times New Roman" panose="02020603050405020304" pitchFamily="18" charset="0"/>
                <a:cs typeface="Times New Roman" panose="02020603050405020304" pitchFamily="18" charset="0"/>
              </a:rPr>
              <a:t> of the scatter) is correct. Your individual throws are wildly sensitive to tiny differences in how you throw.</a:t>
            </a:r>
          </a:p>
          <a:p>
            <a:pPr lvl="0" algn="just"/>
            <a:r>
              <a:rPr lang="en-IN" b="1" dirty="0">
                <a:solidFill>
                  <a:schemeClr val="tx1"/>
                </a:solidFill>
                <a:latin typeface="Times New Roman" panose="02020603050405020304" pitchFamily="18" charset="0"/>
                <a:cs typeface="Times New Roman" panose="02020603050405020304" pitchFamily="18" charset="0"/>
              </a:rPr>
              <a:t>In ML:</a:t>
            </a:r>
            <a:r>
              <a:rPr lang="en-IN" dirty="0">
                <a:solidFill>
                  <a:schemeClr val="tx1"/>
                </a:solidFill>
                <a:latin typeface="Times New Roman" panose="02020603050405020304" pitchFamily="18" charset="0"/>
                <a:cs typeface="Times New Roman" panose="02020603050405020304" pitchFamily="18" charset="0"/>
              </a:rPr>
              <a:t> Variance is the error that arises from the model being </a:t>
            </a:r>
            <a:r>
              <a:rPr lang="en-IN" b="1" dirty="0">
                <a:solidFill>
                  <a:schemeClr val="tx1"/>
                </a:solidFill>
                <a:latin typeface="Times New Roman" panose="02020603050405020304" pitchFamily="18" charset="0"/>
                <a:cs typeface="Times New Roman" panose="02020603050405020304" pitchFamily="18" charset="0"/>
              </a:rPr>
              <a:t>too complex</a:t>
            </a:r>
            <a:r>
              <a:rPr lang="en-IN" dirty="0">
                <a:solidFill>
                  <a:schemeClr val="tx1"/>
                </a:solidFill>
                <a:latin typeface="Times New Roman" panose="02020603050405020304" pitchFamily="18" charset="0"/>
                <a:cs typeface="Times New Roman" panose="02020603050405020304" pitchFamily="18" charset="0"/>
              </a:rPr>
              <a:t> or </a:t>
            </a:r>
            <a:r>
              <a:rPr lang="en-IN" b="1" dirty="0">
                <a:solidFill>
                  <a:schemeClr val="tx1"/>
                </a:solidFill>
                <a:latin typeface="Times New Roman" panose="02020603050405020304" pitchFamily="18" charset="0"/>
                <a:cs typeface="Times New Roman" panose="02020603050405020304" pitchFamily="18" charset="0"/>
              </a:rPr>
              <a:t>too sensitive</a:t>
            </a:r>
            <a:r>
              <a:rPr lang="en-IN" dirty="0">
                <a:solidFill>
                  <a:schemeClr val="tx1"/>
                </a:solidFill>
                <a:latin typeface="Times New Roman" panose="02020603050405020304" pitchFamily="18" charset="0"/>
                <a:cs typeface="Times New Roman" panose="02020603050405020304" pitchFamily="18" charset="0"/>
              </a:rPr>
              <a:t> to the specific training data. If you change the training set slightly, the model's predictions change wildly. The model is learning the noise in the data, not the signal.</a:t>
            </a:r>
          </a:p>
          <a:p>
            <a:pPr marL="0" indent="0">
              <a:buNone/>
            </a:pPr>
            <a:endParaRPr lang="en-IN" dirty="0"/>
          </a:p>
          <a:p>
            <a:endParaRPr lang="en-IN" dirty="0"/>
          </a:p>
        </p:txBody>
      </p:sp>
    </p:spTree>
    <p:extLst>
      <p:ext uri="{BB962C8B-B14F-4D97-AF65-F5344CB8AC3E}">
        <p14:creationId xmlns:p14="http://schemas.microsoft.com/office/powerpoint/2010/main" val="326993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BD6A7-9CD8-94F3-E5C7-2D0966447B4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Bias variance trade off</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C38B73-310B-ADEE-B41C-3DCD023E70A3}"/>
              </a:ext>
            </a:extLst>
          </p:cNvPr>
          <p:cNvSpPr>
            <a:spLocks noGrp="1"/>
          </p:cNvSpPr>
          <p:nvPr>
            <p:ph idx="1"/>
          </p:nvPr>
        </p:nvSpPr>
        <p:spPr>
          <a:xfrm>
            <a:off x="1196927" y="2799990"/>
            <a:ext cx="9601196" cy="3318936"/>
          </a:xfrm>
        </p:spPr>
        <p:txBody>
          <a:bodyPr>
            <a:normAutofit lnSpcReduction="10000"/>
          </a:bodyPr>
          <a:lstStyle/>
          <a:p>
            <a:r>
              <a:rPr lang="en-US" dirty="0">
                <a:latin typeface="Times New Roman" panose="02020603050405020304" pitchFamily="18" charset="0"/>
                <a:cs typeface="Times New Roman" panose="02020603050405020304" pitchFamily="18" charset="0"/>
              </a:rPr>
              <a:t>Bias refers to the </a:t>
            </a:r>
            <a:r>
              <a:rPr lang="en-US" b="1" u="sng" dirty="0">
                <a:latin typeface="Times New Roman" panose="02020603050405020304" pitchFamily="18" charset="0"/>
                <a:cs typeface="Times New Roman" panose="02020603050405020304" pitchFamily="18" charset="0"/>
              </a:rPr>
              <a:t>errors</a:t>
            </a:r>
            <a:r>
              <a:rPr lang="en-US" dirty="0">
                <a:latin typeface="Times New Roman" panose="02020603050405020304" pitchFamily="18" charset="0"/>
                <a:cs typeface="Times New Roman" panose="02020603050405020304" pitchFamily="18" charset="0"/>
              </a:rPr>
              <a:t> due to </a:t>
            </a:r>
            <a:r>
              <a:rPr lang="en-US" b="1" u="sng" dirty="0">
                <a:latin typeface="Times New Roman" panose="02020603050405020304" pitchFamily="18" charset="0"/>
                <a:cs typeface="Times New Roman" panose="02020603050405020304" pitchFamily="18" charset="0"/>
              </a:rPr>
              <a:t>over simplistic assumptions </a:t>
            </a:r>
            <a:r>
              <a:rPr lang="en-US" dirty="0">
                <a:latin typeface="Times New Roman" panose="02020603050405020304" pitchFamily="18" charset="0"/>
                <a:cs typeface="Times New Roman" panose="02020603050405020304" pitchFamily="18" charset="0"/>
              </a:rPr>
              <a:t>in the learning algorithms.</a:t>
            </a:r>
          </a:p>
          <a:p>
            <a:r>
              <a:rPr lang="en-US" dirty="0">
                <a:latin typeface="Times New Roman" panose="02020603050405020304" pitchFamily="18" charset="0"/>
                <a:cs typeface="Times New Roman" panose="02020603050405020304" pitchFamily="18" charset="0"/>
              </a:rPr>
              <a:t>Bias always deals with training data.</a:t>
            </a:r>
          </a:p>
          <a:p>
            <a:r>
              <a:rPr lang="en-US" dirty="0">
                <a:latin typeface="Times New Roman" panose="02020603050405020304" pitchFamily="18" charset="0"/>
                <a:cs typeface="Times New Roman" panose="02020603050405020304" pitchFamily="18" charset="0"/>
              </a:rPr>
              <a:t>      Data                                           Output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Generally if we have 1000 entries in our data then we divide it into two parts   700= training data , 300= test data </a:t>
            </a:r>
          </a:p>
          <a:p>
            <a:endParaRPr lang="en-IN" dirty="0">
              <a:latin typeface="Times New Roman" panose="02020603050405020304" pitchFamily="18"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BE606F9C-82B9-6F48-0B4A-C6B94C5B34A8}"/>
              </a:ext>
            </a:extLst>
          </p:cNvPr>
          <p:cNvCxnSpPr>
            <a:cxnSpLocks/>
          </p:cNvCxnSpPr>
          <p:nvPr/>
        </p:nvCxnSpPr>
        <p:spPr>
          <a:xfrm>
            <a:off x="1758461" y="4459458"/>
            <a:ext cx="14771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D14517B-D55E-A225-C268-CC094286A59C}"/>
              </a:ext>
            </a:extLst>
          </p:cNvPr>
          <p:cNvSpPr/>
          <p:nvPr/>
        </p:nvSpPr>
        <p:spPr>
          <a:xfrm>
            <a:off x="3235569" y="3995224"/>
            <a:ext cx="2489982" cy="92846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latin typeface="Times New Roman" panose="02020603050405020304" pitchFamily="18" charset="0"/>
                <a:cs typeface="Times New Roman" panose="02020603050405020304" pitchFamily="18" charset="0"/>
              </a:rPr>
              <a:t>Machine Learning Model</a:t>
            </a:r>
            <a:endParaRPr lang="en-IN" sz="2000" b="1" dirty="0">
              <a:latin typeface="Times New Roman" panose="02020603050405020304" pitchFamily="18" charset="0"/>
              <a:cs typeface="Times New Roman" panose="02020603050405020304" pitchFamily="18" charset="0"/>
            </a:endParaRPr>
          </a:p>
        </p:txBody>
      </p:sp>
      <p:cxnSp>
        <p:nvCxnSpPr>
          <p:cNvPr id="8" name="Straight Arrow Connector 7">
            <a:extLst>
              <a:ext uri="{FF2B5EF4-FFF2-40B4-BE49-F238E27FC236}">
                <a16:creationId xmlns:a16="http://schemas.microsoft.com/office/drawing/2014/main" id="{CD30F805-B282-CDF7-E15A-4635C20E0DAC}"/>
              </a:ext>
            </a:extLst>
          </p:cNvPr>
          <p:cNvCxnSpPr>
            <a:cxnSpLocks/>
          </p:cNvCxnSpPr>
          <p:nvPr/>
        </p:nvCxnSpPr>
        <p:spPr>
          <a:xfrm>
            <a:off x="5725551" y="4459458"/>
            <a:ext cx="1477108"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593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FDD5E2-04A3-B300-721B-285E82E460C5}"/>
              </a:ext>
            </a:extLst>
          </p:cNvPr>
          <p:cNvSpPr>
            <a:spLocks noGrp="1"/>
          </p:cNvSpPr>
          <p:nvPr>
            <p:ph idx="1"/>
          </p:nvPr>
        </p:nvSpPr>
        <p:spPr>
          <a:xfrm>
            <a:off x="844062" y="773723"/>
            <a:ext cx="10550769" cy="5500468"/>
          </a:xfrm>
        </p:spPr>
        <p:txBody>
          <a:bodyPr>
            <a:normAutofit lnSpcReduction="10000"/>
          </a:bodyPr>
          <a:lstStyle/>
          <a:p>
            <a:r>
              <a:rPr lang="en-US" dirty="0">
                <a:latin typeface="Times New Roman" panose="02020603050405020304" pitchFamily="18" charset="0"/>
                <a:cs typeface="Times New Roman" panose="02020603050405020304" pitchFamily="18" charset="0"/>
              </a:rPr>
              <a:t>We gave training data to </a:t>
            </a:r>
            <a:r>
              <a:rPr lang="en-US" b="1" dirty="0">
                <a:latin typeface="Times New Roman" panose="02020603050405020304" pitchFamily="18" charset="0"/>
                <a:cs typeface="Times New Roman" panose="02020603050405020304" pitchFamily="18" charset="0"/>
              </a:rPr>
              <a:t>MLM </a:t>
            </a:r>
            <a:r>
              <a:rPr lang="en-US" dirty="0">
                <a:latin typeface="Times New Roman" panose="02020603050405020304" pitchFamily="18" charset="0"/>
                <a:cs typeface="Times New Roman" panose="02020603050405020304" pitchFamily="18" charset="0"/>
              </a:rPr>
              <a:t>so that it learns the pattern. After it has learned the pattern then we will check what output it gave.</a:t>
            </a:r>
          </a:p>
          <a:p>
            <a:r>
              <a:rPr lang="en-US" dirty="0">
                <a:latin typeface="Times New Roman" panose="02020603050405020304" pitchFamily="18" charset="0"/>
                <a:cs typeface="Times New Roman" panose="02020603050405020304" pitchFamily="18" charset="0"/>
              </a:rPr>
              <a:t>Then we will check output obtained from MLM and actual output of the training data(As the learning is supervised it will have some output). Then we will check if there is any error between </a:t>
            </a:r>
            <a:r>
              <a:rPr lang="en-US" b="1" dirty="0">
                <a:latin typeface="Times New Roman" panose="02020603050405020304" pitchFamily="18" charset="0"/>
                <a:cs typeface="Times New Roman" panose="02020603050405020304" pitchFamily="18" charset="0"/>
              </a:rPr>
              <a:t>actual output </a:t>
            </a:r>
            <a:r>
              <a:rPr lang="en-US" dirty="0">
                <a:latin typeface="Times New Roman" panose="02020603050405020304" pitchFamily="18" charset="0"/>
                <a:cs typeface="Times New Roman" panose="02020603050405020304" pitchFamily="18" charset="0"/>
              </a:rPr>
              <a:t>and </a:t>
            </a:r>
            <a:r>
              <a:rPr lang="en-US" b="1" dirty="0">
                <a:latin typeface="Times New Roman" panose="02020603050405020304" pitchFamily="18" charset="0"/>
                <a:cs typeface="Times New Roman" panose="02020603050405020304" pitchFamily="18" charset="0"/>
              </a:rPr>
              <a:t>predicted output</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Once model is trained then it is given for test </a:t>
            </a:r>
          </a:p>
          <a:p>
            <a:r>
              <a:rPr lang="en-US" dirty="0">
                <a:latin typeface="Times New Roman" panose="02020603050405020304" pitchFamily="18" charset="0"/>
                <a:cs typeface="Times New Roman" panose="02020603050405020304" pitchFamily="18" charset="0"/>
              </a:rPr>
              <a:t>Let’s consider a linear regression model.</a:t>
            </a:r>
          </a:p>
          <a:p>
            <a:r>
              <a:rPr lang="en-IN" dirty="0">
                <a:latin typeface="Times New Roman" panose="02020603050405020304" pitchFamily="18" charset="0"/>
                <a:cs typeface="Times New Roman" panose="02020603050405020304" pitchFamily="18" charset="0"/>
              </a:rPr>
              <a:t>Since training data lies above best fit line which means </a:t>
            </a:r>
          </a:p>
          <a:p>
            <a:pPr marL="0" indent="0">
              <a:buNone/>
            </a:pPr>
            <a:r>
              <a:rPr lang="en-IN" dirty="0">
                <a:latin typeface="Times New Roman" panose="02020603050405020304" pitchFamily="18" charset="0"/>
                <a:cs typeface="Times New Roman" panose="02020603050405020304" pitchFamily="18" charset="0"/>
              </a:rPr>
              <a:t>There is very high error between actual output and predicted </a:t>
            </a:r>
          </a:p>
          <a:p>
            <a:pPr marL="0" indent="0">
              <a:buNone/>
            </a:pPr>
            <a:r>
              <a:rPr lang="en-IN" dirty="0">
                <a:latin typeface="Times New Roman" panose="02020603050405020304" pitchFamily="18" charset="0"/>
                <a:cs typeface="Times New Roman" panose="02020603050405020304" pitchFamily="18" charset="0"/>
              </a:rPr>
              <a:t>Output. Which means that you have </a:t>
            </a:r>
            <a:r>
              <a:rPr lang="en-IN" b="1" dirty="0">
                <a:latin typeface="Times New Roman" panose="02020603050405020304" pitchFamily="18" charset="0"/>
                <a:cs typeface="Times New Roman" panose="02020603050405020304" pitchFamily="18" charset="0"/>
              </a:rPr>
              <a:t>high bias</a:t>
            </a:r>
          </a:p>
          <a:p>
            <a:r>
              <a:rPr lang="en-IN" b="1" dirty="0">
                <a:latin typeface="Times New Roman" panose="02020603050405020304" pitchFamily="18" charset="0"/>
                <a:cs typeface="Times New Roman" panose="02020603050405020304" pitchFamily="18" charset="0"/>
              </a:rPr>
              <a:t>Note: </a:t>
            </a:r>
            <a:r>
              <a:rPr lang="en-IN" dirty="0">
                <a:latin typeface="Times New Roman" panose="02020603050405020304" pitchFamily="18" charset="0"/>
                <a:cs typeface="Times New Roman" panose="02020603050405020304" pitchFamily="18" charset="0"/>
              </a:rPr>
              <a:t>If training data gives high error then obviously test </a:t>
            </a:r>
          </a:p>
          <a:p>
            <a:pPr marL="0" indent="0">
              <a:buNone/>
            </a:pPr>
            <a:r>
              <a:rPr lang="en-IN" dirty="0">
                <a:latin typeface="Times New Roman" panose="02020603050405020304" pitchFamily="18" charset="0"/>
                <a:cs typeface="Times New Roman" panose="02020603050405020304" pitchFamily="18" charset="0"/>
              </a:rPr>
              <a:t>data will also give high error. This model is known as </a:t>
            </a:r>
            <a:r>
              <a:rPr lang="en-IN" b="1" dirty="0">
                <a:latin typeface="Times New Roman" panose="02020603050405020304" pitchFamily="18" charset="0"/>
                <a:cs typeface="Times New Roman" panose="02020603050405020304" pitchFamily="18" charset="0"/>
              </a:rPr>
              <a:t>underfit</a:t>
            </a:r>
          </a:p>
          <a:p>
            <a:pPr marL="0" indent="0">
              <a:buNone/>
            </a:pPr>
            <a:endParaRPr lang="en-IN" dirty="0">
              <a:latin typeface="Times New Roman" panose="02020603050405020304" pitchFamily="18"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D8C8012A-A33D-D67E-9C06-3FA684088A8B}"/>
              </a:ext>
            </a:extLst>
          </p:cNvPr>
          <p:cNvCxnSpPr>
            <a:cxnSpLocks/>
          </p:cNvCxnSpPr>
          <p:nvPr/>
        </p:nvCxnSpPr>
        <p:spPr>
          <a:xfrm>
            <a:off x="8510953" y="5528605"/>
            <a:ext cx="270099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77DC925-42B1-BEA7-A0E6-14EAA34F80B9}"/>
              </a:ext>
            </a:extLst>
          </p:cNvPr>
          <p:cNvCxnSpPr>
            <a:cxnSpLocks/>
          </p:cNvCxnSpPr>
          <p:nvPr/>
        </p:nvCxnSpPr>
        <p:spPr>
          <a:xfrm flipV="1">
            <a:off x="8635219" y="3165231"/>
            <a:ext cx="0" cy="258611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66733B5-39CE-97D5-2E1A-707BAFB87FC3}"/>
              </a:ext>
            </a:extLst>
          </p:cNvPr>
          <p:cNvCxnSpPr>
            <a:cxnSpLocks/>
          </p:cNvCxnSpPr>
          <p:nvPr/>
        </p:nvCxnSpPr>
        <p:spPr>
          <a:xfrm flipV="1">
            <a:off x="8774227" y="3428340"/>
            <a:ext cx="2269585" cy="2001129"/>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31" name="Ink 30">
                <a:extLst>
                  <a:ext uri="{FF2B5EF4-FFF2-40B4-BE49-F238E27FC236}">
                    <a16:creationId xmlns:a16="http://schemas.microsoft.com/office/drawing/2014/main" id="{D7FB43EF-CED7-84EE-5486-F874AF2B728B}"/>
                  </a:ext>
                </a:extLst>
              </p14:cNvPr>
              <p14:cNvContentPartPr/>
              <p14:nvPr/>
            </p14:nvContentPartPr>
            <p14:xfrm>
              <a:off x="8771954" y="5055258"/>
              <a:ext cx="44280" cy="55440"/>
            </p14:xfrm>
          </p:contentPart>
        </mc:Choice>
        <mc:Fallback xmlns="">
          <p:pic>
            <p:nvPicPr>
              <p:cNvPr id="31" name="Ink 30">
                <a:extLst>
                  <a:ext uri="{FF2B5EF4-FFF2-40B4-BE49-F238E27FC236}">
                    <a16:creationId xmlns:a16="http://schemas.microsoft.com/office/drawing/2014/main" id="{D7FB43EF-CED7-84EE-5486-F874AF2B728B}"/>
                  </a:ext>
                </a:extLst>
              </p:cNvPr>
              <p:cNvPicPr/>
              <p:nvPr/>
            </p:nvPicPr>
            <p:blipFill>
              <a:blip r:embed="rId4"/>
              <a:stretch>
                <a:fillRect/>
              </a:stretch>
            </p:blipFill>
            <p:spPr>
              <a:xfrm>
                <a:off x="8765834" y="5049138"/>
                <a:ext cx="565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2" name="Ink 31">
                <a:extLst>
                  <a:ext uri="{FF2B5EF4-FFF2-40B4-BE49-F238E27FC236}">
                    <a16:creationId xmlns:a16="http://schemas.microsoft.com/office/drawing/2014/main" id="{8900B3AB-CF5E-A931-F25A-D595806B715B}"/>
                  </a:ext>
                </a:extLst>
              </p14:cNvPr>
              <p14:cNvContentPartPr/>
              <p14:nvPr/>
            </p14:nvContentPartPr>
            <p14:xfrm>
              <a:off x="8904434" y="4838538"/>
              <a:ext cx="360" cy="360"/>
            </p14:xfrm>
          </p:contentPart>
        </mc:Choice>
        <mc:Fallback xmlns="">
          <p:pic>
            <p:nvPicPr>
              <p:cNvPr id="32" name="Ink 31">
                <a:extLst>
                  <a:ext uri="{FF2B5EF4-FFF2-40B4-BE49-F238E27FC236}">
                    <a16:creationId xmlns:a16="http://schemas.microsoft.com/office/drawing/2014/main" id="{8900B3AB-CF5E-A931-F25A-D595806B715B}"/>
                  </a:ext>
                </a:extLst>
              </p:cNvPr>
              <p:cNvPicPr/>
              <p:nvPr/>
            </p:nvPicPr>
            <p:blipFill>
              <a:blip r:embed="rId6"/>
              <a:stretch>
                <a:fillRect/>
              </a:stretch>
            </p:blipFill>
            <p:spPr>
              <a:xfrm>
                <a:off x="8898314" y="483241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4" name="Ink 33">
                <a:extLst>
                  <a:ext uri="{FF2B5EF4-FFF2-40B4-BE49-F238E27FC236}">
                    <a16:creationId xmlns:a16="http://schemas.microsoft.com/office/drawing/2014/main" id="{43F13C13-E8E0-4B95-F08F-ABBA91F402C8}"/>
                  </a:ext>
                </a:extLst>
              </p14:cNvPr>
              <p14:cNvContentPartPr/>
              <p14:nvPr/>
            </p14:nvContentPartPr>
            <p14:xfrm>
              <a:off x="8830634" y="4751778"/>
              <a:ext cx="75600" cy="74160"/>
            </p14:xfrm>
          </p:contentPart>
        </mc:Choice>
        <mc:Fallback xmlns="">
          <p:pic>
            <p:nvPicPr>
              <p:cNvPr id="34" name="Ink 33">
                <a:extLst>
                  <a:ext uri="{FF2B5EF4-FFF2-40B4-BE49-F238E27FC236}">
                    <a16:creationId xmlns:a16="http://schemas.microsoft.com/office/drawing/2014/main" id="{43F13C13-E8E0-4B95-F08F-ABBA91F402C8}"/>
                  </a:ext>
                </a:extLst>
              </p:cNvPr>
              <p:cNvPicPr/>
              <p:nvPr/>
            </p:nvPicPr>
            <p:blipFill>
              <a:blip r:embed="rId8"/>
              <a:stretch>
                <a:fillRect/>
              </a:stretch>
            </p:blipFill>
            <p:spPr>
              <a:xfrm>
                <a:off x="8824514" y="4745658"/>
                <a:ext cx="878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5" name="Ink 34">
                <a:extLst>
                  <a:ext uri="{FF2B5EF4-FFF2-40B4-BE49-F238E27FC236}">
                    <a16:creationId xmlns:a16="http://schemas.microsoft.com/office/drawing/2014/main" id="{3E73BA93-2F55-8789-AC21-0BA1CBDAA736}"/>
                  </a:ext>
                </a:extLst>
              </p14:cNvPr>
              <p14:cNvContentPartPr/>
              <p14:nvPr/>
            </p14:nvContentPartPr>
            <p14:xfrm>
              <a:off x="8963114" y="4410498"/>
              <a:ext cx="48600" cy="71280"/>
            </p14:xfrm>
          </p:contentPart>
        </mc:Choice>
        <mc:Fallback xmlns="">
          <p:pic>
            <p:nvPicPr>
              <p:cNvPr id="35" name="Ink 34">
                <a:extLst>
                  <a:ext uri="{FF2B5EF4-FFF2-40B4-BE49-F238E27FC236}">
                    <a16:creationId xmlns:a16="http://schemas.microsoft.com/office/drawing/2014/main" id="{3E73BA93-2F55-8789-AC21-0BA1CBDAA736}"/>
                  </a:ext>
                </a:extLst>
              </p:cNvPr>
              <p:cNvPicPr/>
              <p:nvPr/>
            </p:nvPicPr>
            <p:blipFill>
              <a:blip r:embed="rId10"/>
              <a:stretch>
                <a:fillRect/>
              </a:stretch>
            </p:blipFill>
            <p:spPr>
              <a:xfrm>
                <a:off x="8956994" y="4404378"/>
                <a:ext cx="608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7" name="Ink 36">
                <a:extLst>
                  <a:ext uri="{FF2B5EF4-FFF2-40B4-BE49-F238E27FC236}">
                    <a16:creationId xmlns:a16="http://schemas.microsoft.com/office/drawing/2014/main" id="{A1FFA522-C9EB-AE14-240C-5209FBD8FB0B}"/>
                  </a:ext>
                </a:extLst>
              </p14:cNvPr>
              <p14:cNvContentPartPr/>
              <p14:nvPr/>
            </p14:nvContentPartPr>
            <p14:xfrm rot="-13500002">
              <a:off x="9151523" y="4081792"/>
              <a:ext cx="26742" cy="51532"/>
            </p14:xfrm>
          </p:contentPart>
        </mc:Choice>
        <mc:Fallback xmlns="">
          <p:pic>
            <p:nvPicPr>
              <p:cNvPr id="37" name="Ink 36">
                <a:extLst>
                  <a:ext uri="{FF2B5EF4-FFF2-40B4-BE49-F238E27FC236}">
                    <a16:creationId xmlns:a16="http://schemas.microsoft.com/office/drawing/2014/main" id="{A1FFA522-C9EB-AE14-240C-5209FBD8FB0B}"/>
                  </a:ext>
                </a:extLst>
              </p:cNvPr>
              <p:cNvPicPr/>
              <p:nvPr/>
            </p:nvPicPr>
            <p:blipFill>
              <a:blip r:embed="rId12"/>
              <a:stretch>
                <a:fillRect/>
              </a:stretch>
            </p:blipFill>
            <p:spPr>
              <a:xfrm rot="-13500002">
                <a:off x="9145295" y="4075623"/>
                <a:ext cx="39197" cy="63871"/>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8" name="Ink 37">
                <a:extLst>
                  <a:ext uri="{FF2B5EF4-FFF2-40B4-BE49-F238E27FC236}">
                    <a16:creationId xmlns:a16="http://schemas.microsoft.com/office/drawing/2014/main" id="{A51D967C-C771-2D18-8F44-6B1819ECCA0D}"/>
                  </a:ext>
                </a:extLst>
              </p14:cNvPr>
              <p14:cNvContentPartPr/>
              <p14:nvPr/>
            </p14:nvContentPartPr>
            <p14:xfrm>
              <a:off x="9272354" y="3770058"/>
              <a:ext cx="60480" cy="60120"/>
            </p14:xfrm>
          </p:contentPart>
        </mc:Choice>
        <mc:Fallback xmlns="">
          <p:pic>
            <p:nvPicPr>
              <p:cNvPr id="38" name="Ink 37">
                <a:extLst>
                  <a:ext uri="{FF2B5EF4-FFF2-40B4-BE49-F238E27FC236}">
                    <a16:creationId xmlns:a16="http://schemas.microsoft.com/office/drawing/2014/main" id="{A51D967C-C771-2D18-8F44-6B1819ECCA0D}"/>
                  </a:ext>
                </a:extLst>
              </p:cNvPr>
              <p:cNvPicPr/>
              <p:nvPr/>
            </p:nvPicPr>
            <p:blipFill>
              <a:blip r:embed="rId14"/>
              <a:stretch>
                <a:fillRect/>
              </a:stretch>
            </p:blipFill>
            <p:spPr>
              <a:xfrm>
                <a:off x="9266234" y="3763938"/>
                <a:ext cx="7272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9" name="Ink 38">
                <a:extLst>
                  <a:ext uri="{FF2B5EF4-FFF2-40B4-BE49-F238E27FC236}">
                    <a16:creationId xmlns:a16="http://schemas.microsoft.com/office/drawing/2014/main" id="{F70979A0-AA39-8093-9811-14A3E02974B4}"/>
                  </a:ext>
                </a:extLst>
              </p14:cNvPr>
              <p14:cNvContentPartPr/>
              <p14:nvPr/>
            </p14:nvContentPartPr>
            <p14:xfrm>
              <a:off x="9460994" y="3474138"/>
              <a:ext cx="77400" cy="70920"/>
            </p14:xfrm>
          </p:contentPart>
        </mc:Choice>
        <mc:Fallback xmlns="">
          <p:pic>
            <p:nvPicPr>
              <p:cNvPr id="39" name="Ink 38">
                <a:extLst>
                  <a:ext uri="{FF2B5EF4-FFF2-40B4-BE49-F238E27FC236}">
                    <a16:creationId xmlns:a16="http://schemas.microsoft.com/office/drawing/2014/main" id="{F70979A0-AA39-8093-9811-14A3E02974B4}"/>
                  </a:ext>
                </a:extLst>
              </p:cNvPr>
              <p:cNvPicPr/>
              <p:nvPr/>
            </p:nvPicPr>
            <p:blipFill>
              <a:blip r:embed="rId16"/>
              <a:stretch>
                <a:fillRect/>
              </a:stretch>
            </p:blipFill>
            <p:spPr>
              <a:xfrm>
                <a:off x="9454874" y="3468018"/>
                <a:ext cx="8964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0" name="Ink 39">
                <a:extLst>
                  <a:ext uri="{FF2B5EF4-FFF2-40B4-BE49-F238E27FC236}">
                    <a16:creationId xmlns:a16="http://schemas.microsoft.com/office/drawing/2014/main" id="{A43F5848-7FB2-2997-DE3C-ED5C78141B5A}"/>
                  </a:ext>
                </a:extLst>
              </p14:cNvPr>
              <p14:cNvContentPartPr/>
              <p14:nvPr/>
            </p14:nvContentPartPr>
            <p14:xfrm>
              <a:off x="9165434" y="4098018"/>
              <a:ext cx="55080" cy="46800"/>
            </p14:xfrm>
          </p:contentPart>
        </mc:Choice>
        <mc:Fallback xmlns="">
          <p:pic>
            <p:nvPicPr>
              <p:cNvPr id="40" name="Ink 39">
                <a:extLst>
                  <a:ext uri="{FF2B5EF4-FFF2-40B4-BE49-F238E27FC236}">
                    <a16:creationId xmlns:a16="http://schemas.microsoft.com/office/drawing/2014/main" id="{A43F5848-7FB2-2997-DE3C-ED5C78141B5A}"/>
                  </a:ext>
                </a:extLst>
              </p:cNvPr>
              <p:cNvPicPr/>
              <p:nvPr/>
            </p:nvPicPr>
            <p:blipFill>
              <a:blip r:embed="rId18"/>
              <a:stretch>
                <a:fillRect/>
              </a:stretch>
            </p:blipFill>
            <p:spPr>
              <a:xfrm>
                <a:off x="9159314" y="4091898"/>
                <a:ext cx="673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1" name="Ink 40">
                <a:extLst>
                  <a:ext uri="{FF2B5EF4-FFF2-40B4-BE49-F238E27FC236}">
                    <a16:creationId xmlns:a16="http://schemas.microsoft.com/office/drawing/2014/main" id="{8ADF58AB-6704-17E3-AC32-37826A5F90FC}"/>
                  </a:ext>
                </a:extLst>
              </p14:cNvPr>
              <p14:cNvContentPartPr/>
              <p14:nvPr/>
            </p14:nvContentPartPr>
            <p14:xfrm>
              <a:off x="9310154" y="3801018"/>
              <a:ext cx="36720" cy="39600"/>
            </p14:xfrm>
          </p:contentPart>
        </mc:Choice>
        <mc:Fallback xmlns="">
          <p:pic>
            <p:nvPicPr>
              <p:cNvPr id="41" name="Ink 40">
                <a:extLst>
                  <a:ext uri="{FF2B5EF4-FFF2-40B4-BE49-F238E27FC236}">
                    <a16:creationId xmlns:a16="http://schemas.microsoft.com/office/drawing/2014/main" id="{8ADF58AB-6704-17E3-AC32-37826A5F90FC}"/>
                  </a:ext>
                </a:extLst>
              </p:cNvPr>
              <p:cNvPicPr/>
              <p:nvPr/>
            </p:nvPicPr>
            <p:blipFill>
              <a:blip r:embed="rId20"/>
              <a:stretch>
                <a:fillRect/>
              </a:stretch>
            </p:blipFill>
            <p:spPr>
              <a:xfrm>
                <a:off x="9304034" y="3794898"/>
                <a:ext cx="489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2" name="Ink 41">
                <a:extLst>
                  <a:ext uri="{FF2B5EF4-FFF2-40B4-BE49-F238E27FC236}">
                    <a16:creationId xmlns:a16="http://schemas.microsoft.com/office/drawing/2014/main" id="{ABFA4470-D188-40D7-B619-8E7B21CFCC11}"/>
                  </a:ext>
                </a:extLst>
              </p14:cNvPr>
              <p14:cNvContentPartPr/>
              <p14:nvPr/>
            </p14:nvContentPartPr>
            <p14:xfrm>
              <a:off x="9500954" y="3530298"/>
              <a:ext cx="42120" cy="74880"/>
            </p14:xfrm>
          </p:contentPart>
        </mc:Choice>
        <mc:Fallback xmlns="">
          <p:pic>
            <p:nvPicPr>
              <p:cNvPr id="42" name="Ink 41">
                <a:extLst>
                  <a:ext uri="{FF2B5EF4-FFF2-40B4-BE49-F238E27FC236}">
                    <a16:creationId xmlns:a16="http://schemas.microsoft.com/office/drawing/2014/main" id="{ABFA4470-D188-40D7-B619-8E7B21CFCC11}"/>
                  </a:ext>
                </a:extLst>
              </p:cNvPr>
              <p:cNvPicPr/>
              <p:nvPr/>
            </p:nvPicPr>
            <p:blipFill>
              <a:blip r:embed="rId22"/>
              <a:stretch>
                <a:fillRect/>
              </a:stretch>
            </p:blipFill>
            <p:spPr>
              <a:xfrm>
                <a:off x="9494834" y="3524178"/>
                <a:ext cx="54360" cy="87120"/>
              </a:xfrm>
              <a:prstGeom prst="rect">
                <a:avLst/>
              </a:prstGeom>
            </p:spPr>
          </p:pic>
        </mc:Fallback>
      </mc:AlternateContent>
      <p:grpSp>
        <p:nvGrpSpPr>
          <p:cNvPr id="48" name="Group 47">
            <a:extLst>
              <a:ext uri="{FF2B5EF4-FFF2-40B4-BE49-F238E27FC236}">
                <a16:creationId xmlns:a16="http://schemas.microsoft.com/office/drawing/2014/main" id="{718AB2CB-58C3-114D-83BA-76940222B669}"/>
              </a:ext>
            </a:extLst>
          </p:cNvPr>
          <p:cNvGrpSpPr/>
          <p:nvPr/>
        </p:nvGrpSpPr>
        <p:grpSpPr>
          <a:xfrm>
            <a:off x="8805074" y="4079298"/>
            <a:ext cx="435240" cy="1284840"/>
            <a:chOff x="8805074" y="4079298"/>
            <a:chExt cx="435240" cy="1284840"/>
          </a:xfrm>
        </p:grpSpPr>
        <mc:AlternateContent xmlns:mc="http://schemas.openxmlformats.org/markup-compatibility/2006" xmlns:p14="http://schemas.microsoft.com/office/powerpoint/2010/main">
          <mc:Choice Requires="p14">
            <p:contentPart p14:bwMode="auto" r:id="rId23">
              <p14:nvContentPartPr>
                <p14:cNvPr id="43" name="Ink 42">
                  <a:extLst>
                    <a:ext uri="{FF2B5EF4-FFF2-40B4-BE49-F238E27FC236}">
                      <a16:creationId xmlns:a16="http://schemas.microsoft.com/office/drawing/2014/main" id="{81FE5A8D-00ED-55F3-C390-2DE33FF2762E}"/>
                    </a:ext>
                  </a:extLst>
                </p14:cNvPr>
                <p14:cNvContentPartPr/>
                <p14:nvPr/>
              </p14:nvContentPartPr>
              <p14:xfrm>
                <a:off x="8805074" y="5106018"/>
                <a:ext cx="38520" cy="258120"/>
              </p14:xfrm>
            </p:contentPart>
          </mc:Choice>
          <mc:Fallback xmlns="">
            <p:pic>
              <p:nvPicPr>
                <p:cNvPr id="43" name="Ink 42">
                  <a:extLst>
                    <a:ext uri="{FF2B5EF4-FFF2-40B4-BE49-F238E27FC236}">
                      <a16:creationId xmlns:a16="http://schemas.microsoft.com/office/drawing/2014/main" id="{81FE5A8D-00ED-55F3-C390-2DE33FF2762E}"/>
                    </a:ext>
                  </a:extLst>
                </p:cNvPr>
                <p:cNvPicPr/>
                <p:nvPr/>
              </p:nvPicPr>
              <p:blipFill>
                <a:blip r:embed="rId24"/>
                <a:stretch>
                  <a:fillRect/>
                </a:stretch>
              </p:blipFill>
              <p:spPr>
                <a:xfrm>
                  <a:off x="8798954" y="5099898"/>
                  <a:ext cx="5076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Ink 43">
                  <a:extLst>
                    <a:ext uri="{FF2B5EF4-FFF2-40B4-BE49-F238E27FC236}">
                      <a16:creationId xmlns:a16="http://schemas.microsoft.com/office/drawing/2014/main" id="{60470075-02DA-6D97-2C06-6627E8786C0C}"/>
                    </a:ext>
                  </a:extLst>
                </p14:cNvPr>
                <p14:cNvContentPartPr/>
                <p14:nvPr/>
              </p14:nvContentPartPr>
              <p14:xfrm>
                <a:off x="8904434" y="4824138"/>
                <a:ext cx="96840" cy="331560"/>
              </p14:xfrm>
            </p:contentPart>
          </mc:Choice>
          <mc:Fallback xmlns="">
            <p:pic>
              <p:nvPicPr>
                <p:cNvPr id="44" name="Ink 43">
                  <a:extLst>
                    <a:ext uri="{FF2B5EF4-FFF2-40B4-BE49-F238E27FC236}">
                      <a16:creationId xmlns:a16="http://schemas.microsoft.com/office/drawing/2014/main" id="{60470075-02DA-6D97-2C06-6627E8786C0C}"/>
                    </a:ext>
                  </a:extLst>
                </p:cNvPr>
                <p:cNvPicPr/>
                <p:nvPr/>
              </p:nvPicPr>
              <p:blipFill>
                <a:blip r:embed="rId26"/>
                <a:stretch>
                  <a:fillRect/>
                </a:stretch>
              </p:blipFill>
              <p:spPr>
                <a:xfrm>
                  <a:off x="8898314" y="4818018"/>
                  <a:ext cx="10908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6" name="Ink 45">
                  <a:extLst>
                    <a:ext uri="{FF2B5EF4-FFF2-40B4-BE49-F238E27FC236}">
                      <a16:creationId xmlns:a16="http://schemas.microsoft.com/office/drawing/2014/main" id="{C733F9AA-5368-33AD-D531-F191BA044C65}"/>
                    </a:ext>
                  </a:extLst>
                </p14:cNvPr>
                <p14:cNvContentPartPr/>
                <p14:nvPr/>
              </p14:nvContentPartPr>
              <p14:xfrm>
                <a:off x="8987954" y="4500858"/>
                <a:ext cx="120600" cy="605520"/>
              </p14:xfrm>
            </p:contentPart>
          </mc:Choice>
          <mc:Fallback xmlns="">
            <p:pic>
              <p:nvPicPr>
                <p:cNvPr id="46" name="Ink 45">
                  <a:extLst>
                    <a:ext uri="{FF2B5EF4-FFF2-40B4-BE49-F238E27FC236}">
                      <a16:creationId xmlns:a16="http://schemas.microsoft.com/office/drawing/2014/main" id="{C733F9AA-5368-33AD-D531-F191BA044C65}"/>
                    </a:ext>
                  </a:extLst>
                </p:cNvPr>
                <p:cNvPicPr/>
                <p:nvPr/>
              </p:nvPicPr>
              <p:blipFill>
                <a:blip r:embed="rId28"/>
                <a:stretch>
                  <a:fillRect/>
                </a:stretch>
              </p:blipFill>
              <p:spPr>
                <a:xfrm>
                  <a:off x="8981834" y="4494738"/>
                  <a:ext cx="132840" cy="617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7" name="Ink 46">
                  <a:extLst>
                    <a:ext uri="{FF2B5EF4-FFF2-40B4-BE49-F238E27FC236}">
                      <a16:creationId xmlns:a16="http://schemas.microsoft.com/office/drawing/2014/main" id="{93A52668-BB2F-0662-A405-E4B549926061}"/>
                    </a:ext>
                  </a:extLst>
                </p14:cNvPr>
                <p14:cNvContentPartPr/>
                <p14:nvPr/>
              </p14:nvContentPartPr>
              <p14:xfrm>
                <a:off x="9157514" y="4079298"/>
                <a:ext cx="82800" cy="883080"/>
              </p14:xfrm>
            </p:contentPart>
          </mc:Choice>
          <mc:Fallback xmlns="">
            <p:pic>
              <p:nvPicPr>
                <p:cNvPr id="47" name="Ink 46">
                  <a:extLst>
                    <a:ext uri="{FF2B5EF4-FFF2-40B4-BE49-F238E27FC236}">
                      <a16:creationId xmlns:a16="http://schemas.microsoft.com/office/drawing/2014/main" id="{93A52668-BB2F-0662-A405-E4B549926061}"/>
                    </a:ext>
                  </a:extLst>
                </p:cNvPr>
                <p:cNvPicPr/>
                <p:nvPr/>
              </p:nvPicPr>
              <p:blipFill>
                <a:blip r:embed="rId30"/>
                <a:stretch>
                  <a:fillRect/>
                </a:stretch>
              </p:blipFill>
              <p:spPr>
                <a:xfrm>
                  <a:off x="9151394" y="4073178"/>
                  <a:ext cx="95040" cy="895320"/>
                </a:xfrm>
                <a:prstGeom prst="rect">
                  <a:avLst/>
                </a:prstGeom>
              </p:spPr>
            </p:pic>
          </mc:Fallback>
        </mc:AlternateContent>
      </p:grpSp>
      <p:grpSp>
        <p:nvGrpSpPr>
          <p:cNvPr id="63" name="Group 62">
            <a:extLst>
              <a:ext uri="{FF2B5EF4-FFF2-40B4-BE49-F238E27FC236}">
                <a16:creationId xmlns:a16="http://schemas.microsoft.com/office/drawing/2014/main" id="{BDD4365D-68C5-07C0-AA9A-16453BA052A5}"/>
              </a:ext>
            </a:extLst>
          </p:cNvPr>
          <p:cNvGrpSpPr/>
          <p:nvPr/>
        </p:nvGrpSpPr>
        <p:grpSpPr>
          <a:xfrm>
            <a:off x="9281354" y="4060578"/>
            <a:ext cx="737640" cy="396360"/>
            <a:chOff x="9281354" y="4060578"/>
            <a:chExt cx="737640" cy="396360"/>
          </a:xfrm>
        </p:grpSpPr>
        <mc:AlternateContent xmlns:mc="http://schemas.openxmlformats.org/markup-compatibility/2006" xmlns:p14="http://schemas.microsoft.com/office/powerpoint/2010/main">
          <mc:Choice Requires="p14">
            <p:contentPart p14:bwMode="auto" r:id="rId31">
              <p14:nvContentPartPr>
                <p14:cNvPr id="57" name="Ink 56">
                  <a:extLst>
                    <a:ext uri="{FF2B5EF4-FFF2-40B4-BE49-F238E27FC236}">
                      <a16:creationId xmlns:a16="http://schemas.microsoft.com/office/drawing/2014/main" id="{2BEC6DAB-9BCD-E5B4-654B-030A519358DA}"/>
                    </a:ext>
                  </a:extLst>
                </p14:cNvPr>
                <p14:cNvContentPartPr/>
                <p14:nvPr/>
              </p14:nvContentPartPr>
              <p14:xfrm>
                <a:off x="9281354" y="4308978"/>
                <a:ext cx="73800" cy="147960"/>
              </p14:xfrm>
            </p:contentPart>
          </mc:Choice>
          <mc:Fallback xmlns="">
            <p:pic>
              <p:nvPicPr>
                <p:cNvPr id="57" name="Ink 56">
                  <a:extLst>
                    <a:ext uri="{FF2B5EF4-FFF2-40B4-BE49-F238E27FC236}">
                      <a16:creationId xmlns:a16="http://schemas.microsoft.com/office/drawing/2014/main" id="{2BEC6DAB-9BCD-E5B4-654B-030A519358DA}"/>
                    </a:ext>
                  </a:extLst>
                </p:cNvPr>
                <p:cNvPicPr/>
                <p:nvPr/>
              </p:nvPicPr>
              <p:blipFill>
                <a:blip r:embed="rId32"/>
                <a:stretch>
                  <a:fillRect/>
                </a:stretch>
              </p:blipFill>
              <p:spPr>
                <a:xfrm>
                  <a:off x="9275234" y="4302858"/>
                  <a:ext cx="8604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8" name="Ink 57">
                  <a:extLst>
                    <a:ext uri="{FF2B5EF4-FFF2-40B4-BE49-F238E27FC236}">
                      <a16:creationId xmlns:a16="http://schemas.microsoft.com/office/drawing/2014/main" id="{D55F7EC3-957C-CF6F-D94B-D0401E712036}"/>
                    </a:ext>
                  </a:extLst>
                </p14:cNvPr>
                <p14:cNvContentPartPr/>
                <p14:nvPr/>
              </p14:nvContentPartPr>
              <p14:xfrm>
                <a:off x="9423194" y="4258218"/>
                <a:ext cx="136800" cy="116280"/>
              </p14:xfrm>
            </p:contentPart>
          </mc:Choice>
          <mc:Fallback xmlns="">
            <p:pic>
              <p:nvPicPr>
                <p:cNvPr id="58" name="Ink 57">
                  <a:extLst>
                    <a:ext uri="{FF2B5EF4-FFF2-40B4-BE49-F238E27FC236}">
                      <a16:creationId xmlns:a16="http://schemas.microsoft.com/office/drawing/2014/main" id="{D55F7EC3-957C-CF6F-D94B-D0401E712036}"/>
                    </a:ext>
                  </a:extLst>
                </p:cNvPr>
                <p:cNvPicPr/>
                <p:nvPr/>
              </p:nvPicPr>
              <p:blipFill>
                <a:blip r:embed="rId34"/>
                <a:stretch>
                  <a:fillRect/>
                </a:stretch>
              </p:blipFill>
              <p:spPr>
                <a:xfrm>
                  <a:off x="9417074" y="4252098"/>
                  <a:ext cx="14904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0" name="Ink 59">
                  <a:extLst>
                    <a:ext uri="{FF2B5EF4-FFF2-40B4-BE49-F238E27FC236}">
                      <a16:creationId xmlns:a16="http://schemas.microsoft.com/office/drawing/2014/main" id="{F95CB61D-B750-86AD-CABE-8F32B7F42F04}"/>
                    </a:ext>
                  </a:extLst>
                </p14:cNvPr>
                <p14:cNvContentPartPr/>
                <p14:nvPr/>
              </p14:nvContentPartPr>
              <p14:xfrm>
                <a:off x="9593834" y="4207458"/>
                <a:ext cx="118080" cy="83160"/>
              </p14:xfrm>
            </p:contentPart>
          </mc:Choice>
          <mc:Fallback xmlns="">
            <p:pic>
              <p:nvPicPr>
                <p:cNvPr id="60" name="Ink 59">
                  <a:extLst>
                    <a:ext uri="{FF2B5EF4-FFF2-40B4-BE49-F238E27FC236}">
                      <a16:creationId xmlns:a16="http://schemas.microsoft.com/office/drawing/2014/main" id="{F95CB61D-B750-86AD-CABE-8F32B7F42F04}"/>
                    </a:ext>
                  </a:extLst>
                </p:cNvPr>
                <p:cNvPicPr/>
                <p:nvPr/>
              </p:nvPicPr>
              <p:blipFill>
                <a:blip r:embed="rId36"/>
                <a:stretch>
                  <a:fillRect/>
                </a:stretch>
              </p:blipFill>
              <p:spPr>
                <a:xfrm>
                  <a:off x="9587714" y="4201338"/>
                  <a:ext cx="130320" cy="95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1" name="Ink 60">
                  <a:extLst>
                    <a:ext uri="{FF2B5EF4-FFF2-40B4-BE49-F238E27FC236}">
                      <a16:creationId xmlns:a16="http://schemas.microsoft.com/office/drawing/2014/main" id="{E5ABD801-3BF0-57AF-49A5-13AA5CD455E3}"/>
                    </a:ext>
                  </a:extLst>
                </p14:cNvPr>
                <p14:cNvContentPartPr/>
                <p14:nvPr/>
              </p14:nvContentPartPr>
              <p14:xfrm>
                <a:off x="9739634" y="4108098"/>
                <a:ext cx="93600" cy="75600"/>
              </p14:xfrm>
            </p:contentPart>
          </mc:Choice>
          <mc:Fallback xmlns="">
            <p:pic>
              <p:nvPicPr>
                <p:cNvPr id="61" name="Ink 60">
                  <a:extLst>
                    <a:ext uri="{FF2B5EF4-FFF2-40B4-BE49-F238E27FC236}">
                      <a16:creationId xmlns:a16="http://schemas.microsoft.com/office/drawing/2014/main" id="{E5ABD801-3BF0-57AF-49A5-13AA5CD455E3}"/>
                    </a:ext>
                  </a:extLst>
                </p:cNvPr>
                <p:cNvPicPr/>
                <p:nvPr/>
              </p:nvPicPr>
              <p:blipFill>
                <a:blip r:embed="rId38"/>
                <a:stretch>
                  <a:fillRect/>
                </a:stretch>
              </p:blipFill>
              <p:spPr>
                <a:xfrm>
                  <a:off x="9733514" y="4101978"/>
                  <a:ext cx="1058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62" name="Ink 61">
                  <a:extLst>
                    <a:ext uri="{FF2B5EF4-FFF2-40B4-BE49-F238E27FC236}">
                      <a16:creationId xmlns:a16="http://schemas.microsoft.com/office/drawing/2014/main" id="{F9211C63-F0F3-F2F3-2AE1-F7092C484F6D}"/>
                    </a:ext>
                  </a:extLst>
                </p14:cNvPr>
                <p14:cNvContentPartPr/>
                <p14:nvPr/>
              </p14:nvContentPartPr>
              <p14:xfrm>
                <a:off x="9887594" y="4060578"/>
                <a:ext cx="131400" cy="103320"/>
              </p14:xfrm>
            </p:contentPart>
          </mc:Choice>
          <mc:Fallback xmlns="">
            <p:pic>
              <p:nvPicPr>
                <p:cNvPr id="62" name="Ink 61">
                  <a:extLst>
                    <a:ext uri="{FF2B5EF4-FFF2-40B4-BE49-F238E27FC236}">
                      <a16:creationId xmlns:a16="http://schemas.microsoft.com/office/drawing/2014/main" id="{F9211C63-F0F3-F2F3-2AE1-F7092C484F6D}"/>
                    </a:ext>
                  </a:extLst>
                </p:cNvPr>
                <p:cNvPicPr/>
                <p:nvPr/>
              </p:nvPicPr>
              <p:blipFill>
                <a:blip r:embed="rId40"/>
                <a:stretch>
                  <a:fillRect/>
                </a:stretch>
              </p:blipFill>
              <p:spPr>
                <a:xfrm>
                  <a:off x="9881474" y="4054458"/>
                  <a:ext cx="143640" cy="115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1">
            <p14:nvContentPartPr>
              <p14:cNvPr id="64" name="Ink 63">
                <a:extLst>
                  <a:ext uri="{FF2B5EF4-FFF2-40B4-BE49-F238E27FC236}">
                    <a16:creationId xmlns:a16="http://schemas.microsoft.com/office/drawing/2014/main" id="{5B12BE5A-15F6-BB97-7A0E-BB2743446D78}"/>
                  </a:ext>
                </a:extLst>
              </p14:cNvPr>
              <p14:cNvContentPartPr/>
              <p14:nvPr/>
            </p14:nvContentPartPr>
            <p14:xfrm>
              <a:off x="2785154" y="5007738"/>
              <a:ext cx="360" cy="360"/>
            </p14:xfrm>
          </p:contentPart>
        </mc:Choice>
        <mc:Fallback xmlns="">
          <p:pic>
            <p:nvPicPr>
              <p:cNvPr id="64" name="Ink 63">
                <a:extLst>
                  <a:ext uri="{FF2B5EF4-FFF2-40B4-BE49-F238E27FC236}">
                    <a16:creationId xmlns:a16="http://schemas.microsoft.com/office/drawing/2014/main" id="{5B12BE5A-15F6-BB97-7A0E-BB2743446D78}"/>
                  </a:ext>
                </a:extLst>
              </p:cNvPr>
              <p:cNvPicPr/>
              <p:nvPr/>
            </p:nvPicPr>
            <p:blipFill>
              <a:blip r:embed="rId42"/>
              <a:stretch>
                <a:fillRect/>
              </a:stretch>
            </p:blipFill>
            <p:spPr>
              <a:xfrm>
                <a:off x="2779034" y="5001618"/>
                <a:ext cx="12600" cy="12600"/>
              </a:xfrm>
              <a:prstGeom prst="rect">
                <a:avLst/>
              </a:prstGeom>
            </p:spPr>
          </p:pic>
        </mc:Fallback>
      </mc:AlternateContent>
      <p:grpSp>
        <p:nvGrpSpPr>
          <p:cNvPr id="68" name="Group 67">
            <a:extLst>
              <a:ext uri="{FF2B5EF4-FFF2-40B4-BE49-F238E27FC236}">
                <a16:creationId xmlns:a16="http://schemas.microsoft.com/office/drawing/2014/main" id="{48A2D0FA-11B6-F05A-2E38-FC11AE80272E}"/>
              </a:ext>
            </a:extLst>
          </p:cNvPr>
          <p:cNvGrpSpPr/>
          <p:nvPr/>
        </p:nvGrpSpPr>
        <p:grpSpPr>
          <a:xfrm>
            <a:off x="10452074" y="3375858"/>
            <a:ext cx="239040" cy="445320"/>
            <a:chOff x="10452074" y="3375858"/>
            <a:chExt cx="239040" cy="445320"/>
          </a:xfrm>
        </p:grpSpPr>
        <mc:AlternateContent xmlns:mc="http://schemas.openxmlformats.org/markup-compatibility/2006" xmlns:p14="http://schemas.microsoft.com/office/powerpoint/2010/main">
          <mc:Choice Requires="p14">
            <p:contentPart p14:bwMode="auto" r:id="rId43">
              <p14:nvContentPartPr>
                <p14:cNvPr id="65" name="Ink 64">
                  <a:extLst>
                    <a:ext uri="{FF2B5EF4-FFF2-40B4-BE49-F238E27FC236}">
                      <a16:creationId xmlns:a16="http://schemas.microsoft.com/office/drawing/2014/main" id="{A1767195-9DA9-0369-7624-8F6CAB01B753}"/>
                    </a:ext>
                  </a:extLst>
                </p14:cNvPr>
                <p14:cNvContentPartPr/>
                <p14:nvPr/>
              </p14:nvContentPartPr>
              <p14:xfrm>
                <a:off x="10531994" y="3375858"/>
                <a:ext cx="159120" cy="441720"/>
              </p14:xfrm>
            </p:contentPart>
          </mc:Choice>
          <mc:Fallback xmlns="">
            <p:pic>
              <p:nvPicPr>
                <p:cNvPr id="65" name="Ink 64">
                  <a:extLst>
                    <a:ext uri="{FF2B5EF4-FFF2-40B4-BE49-F238E27FC236}">
                      <a16:creationId xmlns:a16="http://schemas.microsoft.com/office/drawing/2014/main" id="{A1767195-9DA9-0369-7624-8F6CAB01B753}"/>
                    </a:ext>
                  </a:extLst>
                </p:cNvPr>
                <p:cNvPicPr/>
                <p:nvPr/>
              </p:nvPicPr>
              <p:blipFill>
                <a:blip r:embed="rId44"/>
                <a:stretch>
                  <a:fillRect/>
                </a:stretch>
              </p:blipFill>
              <p:spPr>
                <a:xfrm>
                  <a:off x="10525874" y="3369738"/>
                  <a:ext cx="171360" cy="4539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6" name="Ink 65">
                  <a:extLst>
                    <a:ext uri="{FF2B5EF4-FFF2-40B4-BE49-F238E27FC236}">
                      <a16:creationId xmlns:a16="http://schemas.microsoft.com/office/drawing/2014/main" id="{468377E4-AA0C-4E41-07FA-0776F0EFFEB8}"/>
                    </a:ext>
                  </a:extLst>
                </p14:cNvPr>
                <p14:cNvContentPartPr/>
                <p14:nvPr/>
              </p14:nvContentPartPr>
              <p14:xfrm>
                <a:off x="10452074" y="3770058"/>
                <a:ext cx="103320" cy="51120"/>
              </p14:xfrm>
            </p:contentPart>
          </mc:Choice>
          <mc:Fallback xmlns="">
            <p:pic>
              <p:nvPicPr>
                <p:cNvPr id="66" name="Ink 65">
                  <a:extLst>
                    <a:ext uri="{FF2B5EF4-FFF2-40B4-BE49-F238E27FC236}">
                      <a16:creationId xmlns:a16="http://schemas.microsoft.com/office/drawing/2014/main" id="{468377E4-AA0C-4E41-07FA-0776F0EFFEB8}"/>
                    </a:ext>
                  </a:extLst>
                </p:cNvPr>
                <p:cNvPicPr/>
                <p:nvPr/>
              </p:nvPicPr>
              <p:blipFill>
                <a:blip r:embed="rId46"/>
                <a:stretch>
                  <a:fillRect/>
                </a:stretch>
              </p:blipFill>
              <p:spPr>
                <a:xfrm>
                  <a:off x="10445954" y="3763938"/>
                  <a:ext cx="115560" cy="63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7" name="Ink 66">
                  <a:extLst>
                    <a:ext uri="{FF2B5EF4-FFF2-40B4-BE49-F238E27FC236}">
                      <a16:creationId xmlns:a16="http://schemas.microsoft.com/office/drawing/2014/main" id="{7013BCD3-053A-863F-FDDB-77950A8A2579}"/>
                    </a:ext>
                  </a:extLst>
                </p14:cNvPr>
                <p14:cNvContentPartPr/>
                <p14:nvPr/>
              </p14:nvContentPartPr>
              <p14:xfrm>
                <a:off x="10605794" y="3695178"/>
                <a:ext cx="63360" cy="117360"/>
              </p14:xfrm>
            </p:contentPart>
          </mc:Choice>
          <mc:Fallback xmlns="">
            <p:pic>
              <p:nvPicPr>
                <p:cNvPr id="67" name="Ink 66">
                  <a:extLst>
                    <a:ext uri="{FF2B5EF4-FFF2-40B4-BE49-F238E27FC236}">
                      <a16:creationId xmlns:a16="http://schemas.microsoft.com/office/drawing/2014/main" id="{7013BCD3-053A-863F-FDDB-77950A8A2579}"/>
                    </a:ext>
                  </a:extLst>
                </p:cNvPr>
                <p:cNvPicPr/>
                <p:nvPr/>
              </p:nvPicPr>
              <p:blipFill>
                <a:blip r:embed="rId48"/>
                <a:stretch>
                  <a:fillRect/>
                </a:stretch>
              </p:blipFill>
              <p:spPr>
                <a:xfrm>
                  <a:off x="10599674" y="3689058"/>
                  <a:ext cx="75600" cy="12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9">
            <p14:nvContentPartPr>
              <p14:cNvPr id="69" name="Ink 68">
                <a:extLst>
                  <a:ext uri="{FF2B5EF4-FFF2-40B4-BE49-F238E27FC236}">
                    <a16:creationId xmlns:a16="http://schemas.microsoft.com/office/drawing/2014/main" id="{F5D95E0F-5110-7B97-0276-78B32095AABF}"/>
                  </a:ext>
                </a:extLst>
              </p14:cNvPr>
              <p14:cNvContentPartPr/>
              <p14:nvPr/>
            </p14:nvContentPartPr>
            <p14:xfrm>
              <a:off x="9972914" y="3054738"/>
              <a:ext cx="29160" cy="189360"/>
            </p14:xfrm>
          </p:contentPart>
        </mc:Choice>
        <mc:Fallback xmlns="">
          <p:pic>
            <p:nvPicPr>
              <p:cNvPr id="69" name="Ink 68">
                <a:extLst>
                  <a:ext uri="{FF2B5EF4-FFF2-40B4-BE49-F238E27FC236}">
                    <a16:creationId xmlns:a16="http://schemas.microsoft.com/office/drawing/2014/main" id="{F5D95E0F-5110-7B97-0276-78B32095AABF}"/>
                  </a:ext>
                </a:extLst>
              </p:cNvPr>
              <p:cNvPicPr/>
              <p:nvPr/>
            </p:nvPicPr>
            <p:blipFill>
              <a:blip r:embed="rId50"/>
              <a:stretch>
                <a:fillRect/>
              </a:stretch>
            </p:blipFill>
            <p:spPr>
              <a:xfrm>
                <a:off x="9966794" y="3048618"/>
                <a:ext cx="414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70" name="Ink 69">
                <a:extLst>
                  <a:ext uri="{FF2B5EF4-FFF2-40B4-BE49-F238E27FC236}">
                    <a16:creationId xmlns:a16="http://schemas.microsoft.com/office/drawing/2014/main" id="{836212E1-F679-2711-D85B-F900BB52D747}"/>
                  </a:ext>
                </a:extLst>
              </p14:cNvPr>
              <p14:cNvContentPartPr/>
              <p14:nvPr/>
            </p14:nvContentPartPr>
            <p14:xfrm>
              <a:off x="9972194" y="3192978"/>
              <a:ext cx="121320" cy="96480"/>
            </p14:xfrm>
          </p:contentPart>
        </mc:Choice>
        <mc:Fallback xmlns="">
          <p:pic>
            <p:nvPicPr>
              <p:cNvPr id="70" name="Ink 69">
                <a:extLst>
                  <a:ext uri="{FF2B5EF4-FFF2-40B4-BE49-F238E27FC236}">
                    <a16:creationId xmlns:a16="http://schemas.microsoft.com/office/drawing/2014/main" id="{836212E1-F679-2711-D85B-F900BB52D747}"/>
                  </a:ext>
                </a:extLst>
              </p:cNvPr>
              <p:cNvPicPr/>
              <p:nvPr/>
            </p:nvPicPr>
            <p:blipFill>
              <a:blip r:embed="rId52"/>
              <a:stretch>
                <a:fillRect/>
              </a:stretch>
            </p:blipFill>
            <p:spPr>
              <a:xfrm>
                <a:off x="9966074" y="3186858"/>
                <a:ext cx="13356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1" name="Ink 70">
                <a:extLst>
                  <a:ext uri="{FF2B5EF4-FFF2-40B4-BE49-F238E27FC236}">
                    <a16:creationId xmlns:a16="http://schemas.microsoft.com/office/drawing/2014/main" id="{0A2BB4F2-1227-713D-33E4-8EA24EA8EE4E}"/>
                  </a:ext>
                </a:extLst>
              </p14:cNvPr>
              <p14:cNvContentPartPr/>
              <p14:nvPr/>
            </p14:nvContentPartPr>
            <p14:xfrm>
              <a:off x="10142474" y="3141858"/>
              <a:ext cx="100440" cy="107280"/>
            </p14:xfrm>
          </p:contentPart>
        </mc:Choice>
        <mc:Fallback xmlns="">
          <p:pic>
            <p:nvPicPr>
              <p:cNvPr id="71" name="Ink 70">
                <a:extLst>
                  <a:ext uri="{FF2B5EF4-FFF2-40B4-BE49-F238E27FC236}">
                    <a16:creationId xmlns:a16="http://schemas.microsoft.com/office/drawing/2014/main" id="{0A2BB4F2-1227-713D-33E4-8EA24EA8EE4E}"/>
                  </a:ext>
                </a:extLst>
              </p:cNvPr>
              <p:cNvPicPr/>
              <p:nvPr/>
            </p:nvPicPr>
            <p:blipFill>
              <a:blip r:embed="rId54"/>
              <a:stretch>
                <a:fillRect/>
              </a:stretch>
            </p:blipFill>
            <p:spPr>
              <a:xfrm>
                <a:off x="10136354" y="3135738"/>
                <a:ext cx="11268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2" name="Ink 71">
                <a:extLst>
                  <a:ext uri="{FF2B5EF4-FFF2-40B4-BE49-F238E27FC236}">
                    <a16:creationId xmlns:a16="http://schemas.microsoft.com/office/drawing/2014/main" id="{0C101CA6-14A8-1434-0172-A3175EC8FB3E}"/>
                  </a:ext>
                </a:extLst>
              </p14:cNvPr>
              <p14:cNvContentPartPr/>
              <p14:nvPr/>
            </p14:nvContentPartPr>
            <p14:xfrm>
              <a:off x="10242914" y="3084978"/>
              <a:ext cx="104760" cy="133200"/>
            </p14:xfrm>
          </p:contentPart>
        </mc:Choice>
        <mc:Fallback xmlns="">
          <p:pic>
            <p:nvPicPr>
              <p:cNvPr id="72" name="Ink 71">
                <a:extLst>
                  <a:ext uri="{FF2B5EF4-FFF2-40B4-BE49-F238E27FC236}">
                    <a16:creationId xmlns:a16="http://schemas.microsoft.com/office/drawing/2014/main" id="{0C101CA6-14A8-1434-0172-A3175EC8FB3E}"/>
                  </a:ext>
                </a:extLst>
              </p:cNvPr>
              <p:cNvPicPr/>
              <p:nvPr/>
            </p:nvPicPr>
            <p:blipFill>
              <a:blip r:embed="rId56"/>
              <a:stretch>
                <a:fillRect/>
              </a:stretch>
            </p:blipFill>
            <p:spPr>
              <a:xfrm>
                <a:off x="10236794" y="3078858"/>
                <a:ext cx="11700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3" name="Ink 72">
                <a:extLst>
                  <a:ext uri="{FF2B5EF4-FFF2-40B4-BE49-F238E27FC236}">
                    <a16:creationId xmlns:a16="http://schemas.microsoft.com/office/drawing/2014/main" id="{58978799-1D61-FB15-B210-04DB605DE4C7}"/>
                  </a:ext>
                </a:extLst>
              </p14:cNvPr>
              <p14:cNvContentPartPr/>
              <p14:nvPr/>
            </p14:nvContentPartPr>
            <p14:xfrm>
              <a:off x="10452074" y="2982018"/>
              <a:ext cx="78840" cy="183600"/>
            </p14:xfrm>
          </p:contentPart>
        </mc:Choice>
        <mc:Fallback xmlns="">
          <p:pic>
            <p:nvPicPr>
              <p:cNvPr id="73" name="Ink 72">
                <a:extLst>
                  <a:ext uri="{FF2B5EF4-FFF2-40B4-BE49-F238E27FC236}">
                    <a16:creationId xmlns:a16="http://schemas.microsoft.com/office/drawing/2014/main" id="{58978799-1D61-FB15-B210-04DB605DE4C7}"/>
                  </a:ext>
                </a:extLst>
              </p:cNvPr>
              <p:cNvPicPr/>
              <p:nvPr/>
            </p:nvPicPr>
            <p:blipFill>
              <a:blip r:embed="rId58"/>
              <a:stretch>
                <a:fillRect/>
              </a:stretch>
            </p:blipFill>
            <p:spPr>
              <a:xfrm>
                <a:off x="10445954" y="2975898"/>
                <a:ext cx="9108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74" name="Ink 73">
                <a:extLst>
                  <a:ext uri="{FF2B5EF4-FFF2-40B4-BE49-F238E27FC236}">
                    <a16:creationId xmlns:a16="http://schemas.microsoft.com/office/drawing/2014/main" id="{B9D504AC-BB1B-8271-018B-A6B6804136D2}"/>
                  </a:ext>
                </a:extLst>
              </p14:cNvPr>
              <p14:cNvContentPartPr/>
              <p14:nvPr/>
            </p14:nvContentPartPr>
            <p14:xfrm>
              <a:off x="10409594" y="3043578"/>
              <a:ext cx="113760" cy="8640"/>
            </p14:xfrm>
          </p:contentPart>
        </mc:Choice>
        <mc:Fallback xmlns="">
          <p:pic>
            <p:nvPicPr>
              <p:cNvPr id="74" name="Ink 73">
                <a:extLst>
                  <a:ext uri="{FF2B5EF4-FFF2-40B4-BE49-F238E27FC236}">
                    <a16:creationId xmlns:a16="http://schemas.microsoft.com/office/drawing/2014/main" id="{B9D504AC-BB1B-8271-018B-A6B6804136D2}"/>
                  </a:ext>
                </a:extLst>
              </p:cNvPr>
              <p:cNvPicPr/>
              <p:nvPr/>
            </p:nvPicPr>
            <p:blipFill>
              <a:blip r:embed="rId60"/>
              <a:stretch>
                <a:fillRect/>
              </a:stretch>
            </p:blipFill>
            <p:spPr>
              <a:xfrm>
                <a:off x="10403474" y="3037458"/>
                <a:ext cx="126000" cy="20880"/>
              </a:xfrm>
              <a:prstGeom prst="rect">
                <a:avLst/>
              </a:prstGeom>
            </p:spPr>
          </p:pic>
        </mc:Fallback>
      </mc:AlternateContent>
      <p:grpSp>
        <p:nvGrpSpPr>
          <p:cNvPr id="89" name="Group 88">
            <a:extLst>
              <a:ext uri="{FF2B5EF4-FFF2-40B4-BE49-F238E27FC236}">
                <a16:creationId xmlns:a16="http://schemas.microsoft.com/office/drawing/2014/main" id="{4DE7A0FA-3A3C-716E-4B54-AA9116D94675}"/>
              </a:ext>
            </a:extLst>
          </p:cNvPr>
          <p:cNvGrpSpPr/>
          <p:nvPr/>
        </p:nvGrpSpPr>
        <p:grpSpPr>
          <a:xfrm>
            <a:off x="10663034" y="2827218"/>
            <a:ext cx="951480" cy="359280"/>
            <a:chOff x="10663034" y="2827218"/>
            <a:chExt cx="951480" cy="359280"/>
          </a:xfrm>
        </p:grpSpPr>
        <mc:AlternateContent xmlns:mc="http://schemas.openxmlformats.org/markup-compatibility/2006" xmlns:p14="http://schemas.microsoft.com/office/powerpoint/2010/main">
          <mc:Choice Requires="p14">
            <p:contentPart p14:bwMode="auto" r:id="rId61">
              <p14:nvContentPartPr>
                <p14:cNvPr id="75" name="Ink 74">
                  <a:extLst>
                    <a:ext uri="{FF2B5EF4-FFF2-40B4-BE49-F238E27FC236}">
                      <a16:creationId xmlns:a16="http://schemas.microsoft.com/office/drawing/2014/main" id="{DB06D19C-6EE6-05CA-D532-941A3D1C8C36}"/>
                    </a:ext>
                  </a:extLst>
                </p14:cNvPr>
                <p14:cNvContentPartPr/>
                <p14:nvPr/>
              </p14:nvContentPartPr>
              <p14:xfrm>
                <a:off x="10716314" y="2905698"/>
                <a:ext cx="59400" cy="280800"/>
              </p14:xfrm>
            </p:contentPart>
          </mc:Choice>
          <mc:Fallback xmlns="">
            <p:pic>
              <p:nvPicPr>
                <p:cNvPr id="75" name="Ink 74">
                  <a:extLst>
                    <a:ext uri="{FF2B5EF4-FFF2-40B4-BE49-F238E27FC236}">
                      <a16:creationId xmlns:a16="http://schemas.microsoft.com/office/drawing/2014/main" id="{DB06D19C-6EE6-05CA-D532-941A3D1C8C36}"/>
                    </a:ext>
                  </a:extLst>
                </p:cNvPr>
                <p:cNvPicPr/>
                <p:nvPr/>
              </p:nvPicPr>
              <p:blipFill>
                <a:blip r:embed="rId62"/>
                <a:stretch>
                  <a:fillRect/>
                </a:stretch>
              </p:blipFill>
              <p:spPr>
                <a:xfrm>
                  <a:off x="10710194" y="2899578"/>
                  <a:ext cx="7164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76" name="Ink 75">
                  <a:extLst>
                    <a:ext uri="{FF2B5EF4-FFF2-40B4-BE49-F238E27FC236}">
                      <a16:creationId xmlns:a16="http://schemas.microsoft.com/office/drawing/2014/main" id="{D5F4A103-B602-D263-5C50-B932115BBD1C}"/>
                    </a:ext>
                  </a:extLst>
                </p14:cNvPr>
                <p14:cNvContentPartPr/>
                <p14:nvPr/>
              </p14:nvContentPartPr>
              <p14:xfrm>
                <a:off x="10663034" y="3025938"/>
                <a:ext cx="121680" cy="41040"/>
              </p14:xfrm>
            </p:contentPart>
          </mc:Choice>
          <mc:Fallback xmlns="">
            <p:pic>
              <p:nvPicPr>
                <p:cNvPr id="76" name="Ink 75">
                  <a:extLst>
                    <a:ext uri="{FF2B5EF4-FFF2-40B4-BE49-F238E27FC236}">
                      <a16:creationId xmlns:a16="http://schemas.microsoft.com/office/drawing/2014/main" id="{D5F4A103-B602-D263-5C50-B932115BBD1C}"/>
                    </a:ext>
                  </a:extLst>
                </p:cNvPr>
                <p:cNvPicPr/>
                <p:nvPr/>
              </p:nvPicPr>
              <p:blipFill>
                <a:blip r:embed="rId64"/>
                <a:stretch>
                  <a:fillRect/>
                </a:stretch>
              </p:blipFill>
              <p:spPr>
                <a:xfrm>
                  <a:off x="10656914" y="3019818"/>
                  <a:ext cx="13392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77" name="Ink 76">
                  <a:extLst>
                    <a:ext uri="{FF2B5EF4-FFF2-40B4-BE49-F238E27FC236}">
                      <a16:creationId xmlns:a16="http://schemas.microsoft.com/office/drawing/2014/main" id="{2788DEAA-9D6D-C1ED-8590-52DBF5A9B33B}"/>
                    </a:ext>
                  </a:extLst>
                </p14:cNvPr>
                <p14:cNvContentPartPr/>
                <p14:nvPr/>
              </p14:nvContentPartPr>
              <p14:xfrm>
                <a:off x="10845554" y="3010098"/>
                <a:ext cx="360" cy="76680"/>
              </p14:xfrm>
            </p:contentPart>
          </mc:Choice>
          <mc:Fallback xmlns="">
            <p:pic>
              <p:nvPicPr>
                <p:cNvPr id="77" name="Ink 76">
                  <a:extLst>
                    <a:ext uri="{FF2B5EF4-FFF2-40B4-BE49-F238E27FC236}">
                      <a16:creationId xmlns:a16="http://schemas.microsoft.com/office/drawing/2014/main" id="{2788DEAA-9D6D-C1ED-8590-52DBF5A9B33B}"/>
                    </a:ext>
                  </a:extLst>
                </p:cNvPr>
                <p:cNvPicPr/>
                <p:nvPr/>
              </p:nvPicPr>
              <p:blipFill>
                <a:blip r:embed="rId66"/>
                <a:stretch>
                  <a:fillRect/>
                </a:stretch>
              </p:blipFill>
              <p:spPr>
                <a:xfrm>
                  <a:off x="10839434" y="3003978"/>
                  <a:ext cx="1260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78" name="Ink 77">
                  <a:extLst>
                    <a:ext uri="{FF2B5EF4-FFF2-40B4-BE49-F238E27FC236}">
                      <a16:creationId xmlns:a16="http://schemas.microsoft.com/office/drawing/2014/main" id="{C51A4132-D593-11BC-BDE7-58BFFFDDAB8B}"/>
                    </a:ext>
                  </a:extLst>
                </p14:cNvPr>
                <p14:cNvContentPartPr/>
                <p14:nvPr/>
              </p14:nvContentPartPr>
              <p14:xfrm>
                <a:off x="10845554" y="2934138"/>
                <a:ext cx="360" cy="6120"/>
              </p14:xfrm>
            </p:contentPart>
          </mc:Choice>
          <mc:Fallback xmlns="">
            <p:pic>
              <p:nvPicPr>
                <p:cNvPr id="78" name="Ink 77">
                  <a:extLst>
                    <a:ext uri="{FF2B5EF4-FFF2-40B4-BE49-F238E27FC236}">
                      <a16:creationId xmlns:a16="http://schemas.microsoft.com/office/drawing/2014/main" id="{C51A4132-D593-11BC-BDE7-58BFFFDDAB8B}"/>
                    </a:ext>
                  </a:extLst>
                </p:cNvPr>
                <p:cNvPicPr/>
                <p:nvPr/>
              </p:nvPicPr>
              <p:blipFill>
                <a:blip r:embed="rId68"/>
                <a:stretch>
                  <a:fillRect/>
                </a:stretch>
              </p:blipFill>
              <p:spPr>
                <a:xfrm>
                  <a:off x="10839434" y="2928018"/>
                  <a:ext cx="12600" cy="183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79" name="Ink 78">
                  <a:extLst>
                    <a:ext uri="{FF2B5EF4-FFF2-40B4-BE49-F238E27FC236}">
                      <a16:creationId xmlns:a16="http://schemas.microsoft.com/office/drawing/2014/main" id="{D1598B4E-E59A-913C-7627-AFF1EE8E5F83}"/>
                    </a:ext>
                  </a:extLst>
                </p14:cNvPr>
                <p14:cNvContentPartPr/>
                <p14:nvPr/>
              </p14:nvContentPartPr>
              <p14:xfrm>
                <a:off x="10902074" y="2925498"/>
                <a:ext cx="81720" cy="174240"/>
              </p14:xfrm>
            </p:contentPart>
          </mc:Choice>
          <mc:Fallback xmlns="">
            <p:pic>
              <p:nvPicPr>
                <p:cNvPr id="79" name="Ink 78">
                  <a:extLst>
                    <a:ext uri="{FF2B5EF4-FFF2-40B4-BE49-F238E27FC236}">
                      <a16:creationId xmlns:a16="http://schemas.microsoft.com/office/drawing/2014/main" id="{D1598B4E-E59A-913C-7627-AFF1EE8E5F83}"/>
                    </a:ext>
                  </a:extLst>
                </p:cNvPr>
                <p:cNvPicPr/>
                <p:nvPr/>
              </p:nvPicPr>
              <p:blipFill>
                <a:blip r:embed="rId70"/>
                <a:stretch>
                  <a:fillRect/>
                </a:stretch>
              </p:blipFill>
              <p:spPr>
                <a:xfrm>
                  <a:off x="10895954" y="2919378"/>
                  <a:ext cx="9396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0" name="Ink 79">
                  <a:extLst>
                    <a:ext uri="{FF2B5EF4-FFF2-40B4-BE49-F238E27FC236}">
                      <a16:creationId xmlns:a16="http://schemas.microsoft.com/office/drawing/2014/main" id="{17BA2D86-EA68-C434-1F5A-9823C25FFFEC}"/>
                    </a:ext>
                  </a:extLst>
                </p14:cNvPr>
                <p14:cNvContentPartPr/>
                <p14:nvPr/>
              </p14:nvContentPartPr>
              <p14:xfrm>
                <a:off x="10916114" y="2962578"/>
                <a:ext cx="84240" cy="33480"/>
              </p14:xfrm>
            </p:contentPart>
          </mc:Choice>
          <mc:Fallback xmlns="">
            <p:pic>
              <p:nvPicPr>
                <p:cNvPr id="80" name="Ink 79">
                  <a:extLst>
                    <a:ext uri="{FF2B5EF4-FFF2-40B4-BE49-F238E27FC236}">
                      <a16:creationId xmlns:a16="http://schemas.microsoft.com/office/drawing/2014/main" id="{17BA2D86-EA68-C434-1F5A-9823C25FFFEC}"/>
                    </a:ext>
                  </a:extLst>
                </p:cNvPr>
                <p:cNvPicPr/>
                <p:nvPr/>
              </p:nvPicPr>
              <p:blipFill>
                <a:blip r:embed="rId72"/>
                <a:stretch>
                  <a:fillRect/>
                </a:stretch>
              </p:blipFill>
              <p:spPr>
                <a:xfrm>
                  <a:off x="10909994" y="2956458"/>
                  <a:ext cx="9648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1" name="Ink 80">
                  <a:extLst>
                    <a:ext uri="{FF2B5EF4-FFF2-40B4-BE49-F238E27FC236}">
                      <a16:creationId xmlns:a16="http://schemas.microsoft.com/office/drawing/2014/main" id="{DFEE6595-C9C9-5769-B1C5-4030FA9C758B}"/>
                    </a:ext>
                  </a:extLst>
                </p14:cNvPr>
                <p14:cNvContentPartPr/>
                <p14:nvPr/>
              </p14:nvContentPartPr>
              <p14:xfrm>
                <a:off x="11127434" y="2827218"/>
                <a:ext cx="25920" cy="223560"/>
              </p14:xfrm>
            </p:contentPart>
          </mc:Choice>
          <mc:Fallback xmlns="">
            <p:pic>
              <p:nvPicPr>
                <p:cNvPr id="81" name="Ink 80">
                  <a:extLst>
                    <a:ext uri="{FF2B5EF4-FFF2-40B4-BE49-F238E27FC236}">
                      <a16:creationId xmlns:a16="http://schemas.microsoft.com/office/drawing/2014/main" id="{DFEE6595-C9C9-5769-B1C5-4030FA9C758B}"/>
                    </a:ext>
                  </a:extLst>
                </p:cNvPr>
                <p:cNvPicPr/>
                <p:nvPr/>
              </p:nvPicPr>
              <p:blipFill>
                <a:blip r:embed="rId74"/>
                <a:stretch>
                  <a:fillRect/>
                </a:stretch>
              </p:blipFill>
              <p:spPr>
                <a:xfrm>
                  <a:off x="11121314" y="2821098"/>
                  <a:ext cx="3816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82" name="Ink 81">
                  <a:extLst>
                    <a:ext uri="{FF2B5EF4-FFF2-40B4-BE49-F238E27FC236}">
                      <a16:creationId xmlns:a16="http://schemas.microsoft.com/office/drawing/2014/main" id="{B9E1F3A0-9EFA-54B3-546B-C496092E5E8D}"/>
                    </a:ext>
                  </a:extLst>
                </p14:cNvPr>
                <p14:cNvContentPartPr/>
                <p14:nvPr/>
              </p14:nvContentPartPr>
              <p14:xfrm>
                <a:off x="11239394" y="2967618"/>
                <a:ext cx="9000" cy="72360"/>
              </p14:xfrm>
            </p:contentPart>
          </mc:Choice>
          <mc:Fallback xmlns="">
            <p:pic>
              <p:nvPicPr>
                <p:cNvPr id="82" name="Ink 81">
                  <a:extLst>
                    <a:ext uri="{FF2B5EF4-FFF2-40B4-BE49-F238E27FC236}">
                      <a16:creationId xmlns:a16="http://schemas.microsoft.com/office/drawing/2014/main" id="{B9E1F3A0-9EFA-54B3-546B-C496092E5E8D}"/>
                    </a:ext>
                  </a:extLst>
                </p:cNvPr>
                <p:cNvPicPr/>
                <p:nvPr/>
              </p:nvPicPr>
              <p:blipFill>
                <a:blip r:embed="rId76"/>
                <a:stretch>
                  <a:fillRect/>
                </a:stretch>
              </p:blipFill>
              <p:spPr>
                <a:xfrm>
                  <a:off x="11233274" y="2961498"/>
                  <a:ext cx="2124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83" name="Ink 82">
                  <a:extLst>
                    <a:ext uri="{FF2B5EF4-FFF2-40B4-BE49-F238E27FC236}">
                      <a16:creationId xmlns:a16="http://schemas.microsoft.com/office/drawing/2014/main" id="{2EF1B188-6C0C-DFD6-F586-96A8057980A0}"/>
                    </a:ext>
                  </a:extLst>
                </p14:cNvPr>
                <p14:cNvContentPartPr/>
                <p14:nvPr/>
              </p14:nvContentPartPr>
              <p14:xfrm>
                <a:off x="11211314" y="2877618"/>
                <a:ext cx="360" cy="34200"/>
              </p14:xfrm>
            </p:contentPart>
          </mc:Choice>
          <mc:Fallback xmlns="">
            <p:pic>
              <p:nvPicPr>
                <p:cNvPr id="83" name="Ink 82">
                  <a:extLst>
                    <a:ext uri="{FF2B5EF4-FFF2-40B4-BE49-F238E27FC236}">
                      <a16:creationId xmlns:a16="http://schemas.microsoft.com/office/drawing/2014/main" id="{2EF1B188-6C0C-DFD6-F586-96A8057980A0}"/>
                    </a:ext>
                  </a:extLst>
                </p:cNvPr>
                <p:cNvPicPr/>
                <p:nvPr/>
              </p:nvPicPr>
              <p:blipFill>
                <a:blip r:embed="rId78"/>
                <a:stretch>
                  <a:fillRect/>
                </a:stretch>
              </p:blipFill>
              <p:spPr>
                <a:xfrm>
                  <a:off x="11205194" y="2871498"/>
                  <a:ext cx="126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87" name="Ink 86">
                  <a:extLst>
                    <a:ext uri="{FF2B5EF4-FFF2-40B4-BE49-F238E27FC236}">
                      <a16:creationId xmlns:a16="http://schemas.microsoft.com/office/drawing/2014/main" id="{FE0BEB9A-52B0-8608-6413-4012B7E81022}"/>
                    </a:ext>
                  </a:extLst>
                </p14:cNvPr>
                <p14:cNvContentPartPr/>
                <p14:nvPr/>
              </p14:nvContentPartPr>
              <p14:xfrm>
                <a:off x="11310314" y="2925138"/>
                <a:ext cx="137880" cy="75960"/>
              </p14:xfrm>
            </p:contentPart>
          </mc:Choice>
          <mc:Fallback xmlns="">
            <p:pic>
              <p:nvPicPr>
                <p:cNvPr id="87" name="Ink 86">
                  <a:extLst>
                    <a:ext uri="{FF2B5EF4-FFF2-40B4-BE49-F238E27FC236}">
                      <a16:creationId xmlns:a16="http://schemas.microsoft.com/office/drawing/2014/main" id="{FE0BEB9A-52B0-8608-6413-4012B7E81022}"/>
                    </a:ext>
                  </a:extLst>
                </p:cNvPr>
                <p:cNvPicPr/>
                <p:nvPr/>
              </p:nvPicPr>
              <p:blipFill>
                <a:blip r:embed="rId80"/>
                <a:stretch>
                  <a:fillRect/>
                </a:stretch>
              </p:blipFill>
              <p:spPr>
                <a:xfrm>
                  <a:off x="11304194" y="2919018"/>
                  <a:ext cx="1501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88" name="Ink 87">
                  <a:extLst>
                    <a:ext uri="{FF2B5EF4-FFF2-40B4-BE49-F238E27FC236}">
                      <a16:creationId xmlns:a16="http://schemas.microsoft.com/office/drawing/2014/main" id="{A1AF7A29-73D1-BE34-4437-77D7AB88D442}"/>
                    </a:ext>
                  </a:extLst>
                </p14:cNvPr>
                <p14:cNvContentPartPr/>
                <p14:nvPr/>
              </p14:nvContentPartPr>
              <p14:xfrm>
                <a:off x="11490314" y="2857098"/>
                <a:ext cx="124200" cy="185400"/>
              </p14:xfrm>
            </p:contentPart>
          </mc:Choice>
          <mc:Fallback xmlns="">
            <p:pic>
              <p:nvPicPr>
                <p:cNvPr id="88" name="Ink 87">
                  <a:extLst>
                    <a:ext uri="{FF2B5EF4-FFF2-40B4-BE49-F238E27FC236}">
                      <a16:creationId xmlns:a16="http://schemas.microsoft.com/office/drawing/2014/main" id="{A1AF7A29-73D1-BE34-4437-77D7AB88D442}"/>
                    </a:ext>
                  </a:extLst>
                </p:cNvPr>
                <p:cNvPicPr/>
                <p:nvPr/>
              </p:nvPicPr>
              <p:blipFill>
                <a:blip r:embed="rId82"/>
                <a:stretch>
                  <a:fillRect/>
                </a:stretch>
              </p:blipFill>
              <p:spPr>
                <a:xfrm>
                  <a:off x="11484194" y="2850978"/>
                  <a:ext cx="136440" cy="19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3">
            <p14:nvContentPartPr>
              <p14:cNvPr id="90" name="Ink 89">
                <a:extLst>
                  <a:ext uri="{FF2B5EF4-FFF2-40B4-BE49-F238E27FC236}">
                    <a16:creationId xmlns:a16="http://schemas.microsoft.com/office/drawing/2014/main" id="{1A296C18-5559-9CA9-6DC3-69F6C33675D6}"/>
                  </a:ext>
                </a:extLst>
              </p14:cNvPr>
              <p14:cNvContentPartPr/>
              <p14:nvPr/>
            </p14:nvContentPartPr>
            <p14:xfrm>
              <a:off x="4022834" y="3685458"/>
              <a:ext cx="360" cy="360"/>
            </p14:xfrm>
          </p:contentPart>
        </mc:Choice>
        <mc:Fallback xmlns="">
          <p:pic>
            <p:nvPicPr>
              <p:cNvPr id="90" name="Ink 89">
                <a:extLst>
                  <a:ext uri="{FF2B5EF4-FFF2-40B4-BE49-F238E27FC236}">
                    <a16:creationId xmlns:a16="http://schemas.microsoft.com/office/drawing/2014/main" id="{1A296C18-5559-9CA9-6DC3-69F6C33675D6}"/>
                  </a:ext>
                </a:extLst>
              </p:cNvPr>
              <p:cNvPicPr/>
              <p:nvPr/>
            </p:nvPicPr>
            <p:blipFill>
              <a:blip r:embed="rId42"/>
              <a:stretch>
                <a:fillRect/>
              </a:stretch>
            </p:blipFill>
            <p:spPr>
              <a:xfrm>
                <a:off x="4016714" y="367933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1" name="Ink 90">
                <a:extLst>
                  <a:ext uri="{FF2B5EF4-FFF2-40B4-BE49-F238E27FC236}">
                    <a16:creationId xmlns:a16="http://schemas.microsoft.com/office/drawing/2014/main" id="{7582B9DA-CA35-50C9-4D1F-988FEF2EE15F}"/>
                  </a:ext>
                </a:extLst>
              </p14:cNvPr>
              <p14:cNvContentPartPr/>
              <p14:nvPr/>
            </p14:nvContentPartPr>
            <p14:xfrm>
              <a:off x="2532074" y="3178578"/>
              <a:ext cx="360" cy="360"/>
            </p14:xfrm>
          </p:contentPart>
        </mc:Choice>
        <mc:Fallback xmlns="">
          <p:pic>
            <p:nvPicPr>
              <p:cNvPr id="91" name="Ink 90">
                <a:extLst>
                  <a:ext uri="{FF2B5EF4-FFF2-40B4-BE49-F238E27FC236}">
                    <a16:creationId xmlns:a16="http://schemas.microsoft.com/office/drawing/2014/main" id="{7582B9DA-CA35-50C9-4D1F-988FEF2EE15F}"/>
                  </a:ext>
                </a:extLst>
              </p:cNvPr>
              <p:cNvPicPr/>
              <p:nvPr/>
            </p:nvPicPr>
            <p:blipFill>
              <a:blip r:embed="rId42"/>
              <a:stretch>
                <a:fillRect/>
              </a:stretch>
            </p:blipFill>
            <p:spPr>
              <a:xfrm>
                <a:off x="2525954" y="317245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92" name="Ink 91">
                <a:extLst>
                  <a:ext uri="{FF2B5EF4-FFF2-40B4-BE49-F238E27FC236}">
                    <a16:creationId xmlns:a16="http://schemas.microsoft.com/office/drawing/2014/main" id="{04FBD5C0-D6BA-97F9-4D21-EA10EAA7E433}"/>
                  </a:ext>
                </a:extLst>
              </p14:cNvPr>
              <p14:cNvContentPartPr/>
              <p14:nvPr/>
            </p14:nvContentPartPr>
            <p14:xfrm>
              <a:off x="3038234" y="3770058"/>
              <a:ext cx="6120" cy="360"/>
            </p14:xfrm>
          </p:contentPart>
        </mc:Choice>
        <mc:Fallback xmlns="">
          <p:pic>
            <p:nvPicPr>
              <p:cNvPr id="92" name="Ink 91">
                <a:extLst>
                  <a:ext uri="{FF2B5EF4-FFF2-40B4-BE49-F238E27FC236}">
                    <a16:creationId xmlns:a16="http://schemas.microsoft.com/office/drawing/2014/main" id="{04FBD5C0-D6BA-97F9-4D21-EA10EAA7E433}"/>
                  </a:ext>
                </a:extLst>
              </p:cNvPr>
              <p:cNvPicPr/>
              <p:nvPr/>
            </p:nvPicPr>
            <p:blipFill>
              <a:blip r:embed="rId86"/>
              <a:stretch>
                <a:fillRect/>
              </a:stretch>
            </p:blipFill>
            <p:spPr>
              <a:xfrm>
                <a:off x="3032114" y="3763938"/>
                <a:ext cx="18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93" name="Ink 92">
                <a:extLst>
                  <a:ext uri="{FF2B5EF4-FFF2-40B4-BE49-F238E27FC236}">
                    <a16:creationId xmlns:a16="http://schemas.microsoft.com/office/drawing/2014/main" id="{16E5DCD3-5B66-40C4-C316-17C930A93F72}"/>
                  </a:ext>
                </a:extLst>
              </p14:cNvPr>
              <p14:cNvContentPartPr/>
              <p14:nvPr/>
            </p14:nvContentPartPr>
            <p14:xfrm>
              <a:off x="2770754" y="4445058"/>
              <a:ext cx="360" cy="360"/>
            </p14:xfrm>
          </p:contentPart>
        </mc:Choice>
        <mc:Fallback xmlns="">
          <p:pic>
            <p:nvPicPr>
              <p:cNvPr id="93" name="Ink 92">
                <a:extLst>
                  <a:ext uri="{FF2B5EF4-FFF2-40B4-BE49-F238E27FC236}">
                    <a16:creationId xmlns:a16="http://schemas.microsoft.com/office/drawing/2014/main" id="{16E5DCD3-5B66-40C4-C316-17C930A93F72}"/>
                  </a:ext>
                </a:extLst>
              </p:cNvPr>
              <p:cNvPicPr/>
              <p:nvPr/>
            </p:nvPicPr>
            <p:blipFill>
              <a:blip r:embed="rId42"/>
              <a:stretch>
                <a:fillRect/>
              </a:stretch>
            </p:blipFill>
            <p:spPr>
              <a:xfrm>
                <a:off x="2764634" y="4438938"/>
                <a:ext cx="12600" cy="12600"/>
              </a:xfrm>
              <a:prstGeom prst="rect">
                <a:avLst/>
              </a:prstGeom>
            </p:spPr>
          </p:pic>
        </mc:Fallback>
      </mc:AlternateContent>
    </p:spTree>
    <p:extLst>
      <p:ext uri="{BB962C8B-B14F-4D97-AF65-F5344CB8AC3E}">
        <p14:creationId xmlns:p14="http://schemas.microsoft.com/office/powerpoint/2010/main" val="2170283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9C4D4-D197-3517-1650-9E5EC5F5D20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High bias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2AC02BC-42D7-B286-35A0-1C77FB4B1F0F}"/>
              </a:ext>
            </a:extLst>
          </p:cNvPr>
          <p:cNvSpPr>
            <a:spLocks noGrp="1"/>
          </p:cNvSpPr>
          <p:nvPr>
            <p:ph idx="1"/>
          </p:nvPr>
        </p:nvSpPr>
        <p:spPr/>
        <p:txBody>
          <a:bodyPr/>
          <a:lstStyle/>
          <a:p>
            <a:r>
              <a:rPr lang="en-US" dirty="0">
                <a:solidFill>
                  <a:schemeClr val="tx1"/>
                </a:solidFill>
                <a:latin typeface="Times New Roman" panose="02020603050405020304" pitchFamily="18" charset="0"/>
                <a:cs typeface="Times New Roman" panose="02020603050405020304" pitchFamily="18" charset="0"/>
              </a:rPr>
              <a:t>When model is too simple, it underfits the data. This means model does not capture important patterns in the data, leading to poor performance on both training and testing data.</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3776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298D1-588D-57A1-9F60-2294506CAE4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Variance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5D5CC7-659A-E74B-89F6-76E1AFFE1BD4}"/>
              </a:ext>
            </a:extLst>
          </p:cNvPr>
          <p:cNvSpPr>
            <a:spLocks noGrp="1"/>
          </p:cNvSpPr>
          <p:nvPr>
            <p:ph idx="1"/>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Variance</a:t>
            </a:r>
            <a:r>
              <a:rPr lang="en-US" dirty="0">
                <a:solidFill>
                  <a:schemeClr val="tx1"/>
                </a:solidFill>
                <a:latin typeface="Times New Roman" panose="02020603050405020304" pitchFamily="18" charset="0"/>
                <a:cs typeface="Times New Roman" panose="02020603050405020304" pitchFamily="18" charset="0"/>
              </a:rPr>
              <a:t> refers to the errors due to model sensitivity to small fluctuations in the training data.</a:t>
            </a:r>
          </a:p>
          <a:p>
            <a:r>
              <a:rPr lang="en-US" dirty="0">
                <a:solidFill>
                  <a:schemeClr val="tx1"/>
                </a:solidFill>
                <a:latin typeface="Times New Roman" panose="02020603050405020304" pitchFamily="18" charset="0"/>
                <a:cs typeface="Times New Roman" panose="02020603050405020304" pitchFamily="18" charset="0"/>
              </a:rPr>
              <a:t>Example: When the model is trained on training data then let’s say error= 20 and when the same model is given test data, error =90. So, the difference =70. This is called high variance</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6399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D0F55-2275-4C15-8333-555644C8F0D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Variance </a:t>
            </a:r>
            <a:endParaRPr lang="en-IN" dirty="0"/>
          </a:p>
        </p:txBody>
      </p:sp>
      <p:pic>
        <p:nvPicPr>
          <p:cNvPr id="20" name="Content Placeholder 19">
            <a:extLst>
              <a:ext uri="{FF2B5EF4-FFF2-40B4-BE49-F238E27FC236}">
                <a16:creationId xmlns:a16="http://schemas.microsoft.com/office/drawing/2014/main" id="{1EC6DEEF-D08F-A0D5-F7BC-DA16DABA5437}"/>
              </a:ext>
            </a:extLst>
          </p:cNvPr>
          <p:cNvPicPr>
            <a:picLocks noGrp="1" noChangeAspect="1"/>
          </p:cNvPicPr>
          <p:nvPr>
            <p:ph idx="1"/>
          </p:nvPr>
        </p:nvPicPr>
        <p:blipFill>
          <a:blip r:embed="rId2"/>
          <a:stretch>
            <a:fillRect/>
          </a:stretch>
        </p:blipFill>
        <p:spPr>
          <a:xfrm>
            <a:off x="7347018" y="2733439"/>
            <a:ext cx="3295650" cy="2790825"/>
          </a:xfrm>
          <a:prstGeom prst="rect">
            <a:avLst/>
          </a:prstGeom>
        </p:spPr>
      </p:pic>
      <p:cxnSp>
        <p:nvCxnSpPr>
          <p:cNvPr id="22" name="Straight Arrow Connector 21">
            <a:extLst>
              <a:ext uri="{FF2B5EF4-FFF2-40B4-BE49-F238E27FC236}">
                <a16:creationId xmlns:a16="http://schemas.microsoft.com/office/drawing/2014/main" id="{A269A898-BCF8-701F-8E19-F1105CA39382}"/>
              </a:ext>
            </a:extLst>
          </p:cNvPr>
          <p:cNvCxnSpPr>
            <a:cxnSpLocks/>
          </p:cNvCxnSpPr>
          <p:nvPr/>
        </p:nvCxnSpPr>
        <p:spPr>
          <a:xfrm flipH="1" flipV="1">
            <a:off x="7911423" y="4612130"/>
            <a:ext cx="54462" cy="381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787C44B-388F-D768-9ECB-D33F317144A3}"/>
              </a:ext>
            </a:extLst>
          </p:cNvPr>
          <p:cNvCxnSpPr>
            <a:cxnSpLocks/>
          </p:cNvCxnSpPr>
          <p:nvPr/>
        </p:nvCxnSpPr>
        <p:spPr>
          <a:xfrm flipH="1" flipV="1">
            <a:off x="8046624" y="4389024"/>
            <a:ext cx="54462" cy="3812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EDAD31A0-8AB6-CECE-C781-CB6E204B5FA4}"/>
              </a:ext>
            </a:extLst>
          </p:cNvPr>
          <p:cNvCxnSpPr>
            <a:cxnSpLocks/>
          </p:cNvCxnSpPr>
          <p:nvPr/>
        </p:nvCxnSpPr>
        <p:spPr>
          <a:xfrm flipV="1">
            <a:off x="8236287" y="4173562"/>
            <a:ext cx="30577" cy="4385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E8472ADA-4AAB-C87A-C3FE-E32D699C4BF5}"/>
              </a:ext>
            </a:extLst>
          </p:cNvPr>
          <p:cNvCxnSpPr>
            <a:cxnSpLocks/>
          </p:cNvCxnSpPr>
          <p:nvPr/>
        </p:nvCxnSpPr>
        <p:spPr>
          <a:xfrm flipV="1">
            <a:off x="8491879" y="3954278"/>
            <a:ext cx="30577" cy="4385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1AFFC72-4941-2E62-13F6-EB474CA69711}"/>
              </a:ext>
            </a:extLst>
          </p:cNvPr>
          <p:cNvCxnSpPr>
            <a:cxnSpLocks/>
          </p:cNvCxnSpPr>
          <p:nvPr/>
        </p:nvCxnSpPr>
        <p:spPr>
          <a:xfrm flipV="1">
            <a:off x="8747471" y="3950456"/>
            <a:ext cx="53221" cy="5154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0D7A011-4F57-90C9-EE0B-542F0C4574DC}"/>
              </a:ext>
            </a:extLst>
          </p:cNvPr>
          <p:cNvCxnSpPr>
            <a:cxnSpLocks/>
          </p:cNvCxnSpPr>
          <p:nvPr/>
        </p:nvCxnSpPr>
        <p:spPr>
          <a:xfrm flipV="1">
            <a:off x="8856295" y="4299687"/>
            <a:ext cx="66988" cy="3855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13B7E503-7A21-DB29-9791-E486320BA96F}"/>
              </a:ext>
            </a:extLst>
          </p:cNvPr>
          <p:cNvCxnSpPr>
            <a:cxnSpLocks/>
          </p:cNvCxnSpPr>
          <p:nvPr/>
        </p:nvCxnSpPr>
        <p:spPr>
          <a:xfrm flipH="1" flipV="1">
            <a:off x="9111268" y="4053888"/>
            <a:ext cx="44865" cy="4385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D8E6B66-E304-CFB0-56A5-B6156457FD40}"/>
              </a:ext>
            </a:extLst>
          </p:cNvPr>
          <p:cNvCxnSpPr>
            <a:cxnSpLocks/>
          </p:cNvCxnSpPr>
          <p:nvPr/>
        </p:nvCxnSpPr>
        <p:spPr>
          <a:xfrm flipH="1" flipV="1">
            <a:off x="9265723" y="3683834"/>
            <a:ext cx="78395" cy="3700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1F6D882-D044-7F5F-92F6-365F14C8F36B}"/>
              </a:ext>
            </a:extLst>
          </p:cNvPr>
          <p:cNvCxnSpPr>
            <a:cxnSpLocks/>
          </p:cNvCxnSpPr>
          <p:nvPr/>
        </p:nvCxnSpPr>
        <p:spPr>
          <a:xfrm flipV="1">
            <a:off x="9621164" y="3769630"/>
            <a:ext cx="110838" cy="4039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D9F0397-FD74-BA51-BECD-030A96CD7309}"/>
              </a:ext>
            </a:extLst>
          </p:cNvPr>
          <p:cNvCxnSpPr>
            <a:cxnSpLocks/>
          </p:cNvCxnSpPr>
          <p:nvPr/>
        </p:nvCxnSpPr>
        <p:spPr>
          <a:xfrm flipH="1" flipV="1">
            <a:off x="9914688" y="3690283"/>
            <a:ext cx="94360" cy="4832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F033FDA-AD79-5387-CCD1-8F3B410917BD}"/>
              </a:ext>
            </a:extLst>
          </p:cNvPr>
          <p:cNvCxnSpPr>
            <a:cxnSpLocks/>
          </p:cNvCxnSpPr>
          <p:nvPr/>
        </p:nvCxnSpPr>
        <p:spPr>
          <a:xfrm flipH="1" flipV="1">
            <a:off x="10048811" y="3430293"/>
            <a:ext cx="78384" cy="4385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34501D70-1A0B-AB1F-52B7-14EB0D3E92CB}"/>
              </a:ext>
            </a:extLst>
          </p:cNvPr>
          <p:cNvCxnSpPr>
            <a:cxnSpLocks/>
          </p:cNvCxnSpPr>
          <p:nvPr/>
        </p:nvCxnSpPr>
        <p:spPr>
          <a:xfrm flipH="1" flipV="1">
            <a:off x="10222311" y="3281139"/>
            <a:ext cx="56806" cy="368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27A66ED8-C989-906A-E259-33247D470BEF}"/>
              </a:ext>
            </a:extLst>
          </p:cNvPr>
          <p:cNvSpPr txBox="1"/>
          <p:nvPr/>
        </p:nvSpPr>
        <p:spPr>
          <a:xfrm>
            <a:off x="1400175" y="2733439"/>
            <a:ext cx="5764157"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has understood training data so well that all the points of training data lies on the line i.e. Error=0</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Same Model Performs poorly on the test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Students score good marks in internal test but they could not score good marks in University exams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054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5D61D-282D-BA9A-DE9D-0F9F3E6D962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Variance trade off</a:t>
            </a:r>
            <a:endParaRPr lang="en-IN" b="1" dirty="0">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650528FE-B37B-F621-2A92-66D63D1F56FF}"/>
              </a:ext>
            </a:extLst>
          </p:cNvPr>
          <p:cNvPicPr>
            <a:picLocks noGrp="1" noChangeAspect="1"/>
          </p:cNvPicPr>
          <p:nvPr>
            <p:ph idx="1"/>
          </p:nvPr>
        </p:nvPicPr>
        <p:blipFill>
          <a:blip r:embed="rId2"/>
          <a:stretch>
            <a:fillRect/>
          </a:stretch>
        </p:blipFill>
        <p:spPr>
          <a:xfrm>
            <a:off x="8239125" y="2744788"/>
            <a:ext cx="2971800" cy="2828925"/>
          </a:xfrm>
          <a:prstGeom prst="rect">
            <a:avLst/>
          </a:prstGeom>
        </p:spPr>
      </p:pic>
      <p:sp>
        <p:nvSpPr>
          <p:cNvPr id="12" name="TextBox 11">
            <a:extLst>
              <a:ext uri="{FF2B5EF4-FFF2-40B4-BE49-F238E27FC236}">
                <a16:creationId xmlns:a16="http://schemas.microsoft.com/office/drawing/2014/main" id="{E52F53E1-D323-5A71-EE9C-06AA563A1EB7}"/>
              </a:ext>
            </a:extLst>
          </p:cNvPr>
          <p:cNvSpPr txBox="1"/>
          <p:nvPr/>
        </p:nvSpPr>
        <p:spPr>
          <a:xfrm>
            <a:off x="533400" y="2439988"/>
            <a:ext cx="7639050"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don’t want model to either underfit nor overfit instead we want a model which gives low bias and low variance</a:t>
            </a:r>
          </a:p>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bias and variance both are low then we call it a generalized model.</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High Variance: </a:t>
            </a:r>
            <a:r>
              <a:rPr lang="en-US" sz="2400" dirty="0">
                <a:latin typeface="Times New Roman" panose="02020603050405020304" pitchFamily="18" charset="0"/>
                <a:cs typeface="Times New Roman" panose="02020603050405020304" pitchFamily="18" charset="0"/>
              </a:rPr>
              <a:t>When model is too complex to overfit the data. This means model performs well on training data but poorly on unseen test data because it has memorized the training data rather than learning generalized pattern</a:t>
            </a:r>
          </a:p>
          <a:p>
            <a:pPr marL="285750" indent="-28575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Low variance: </a:t>
            </a:r>
            <a:r>
              <a:rPr lang="en-US" sz="2400" dirty="0">
                <a:latin typeface="Times New Roman" panose="02020603050405020304" pitchFamily="18" charset="0"/>
                <a:cs typeface="Times New Roman" panose="02020603050405020304" pitchFamily="18" charset="0"/>
              </a:rPr>
              <a:t>When the model is general enough to perform consistently across both training and testing data.</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7328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5A63A-9020-AC7A-850E-04BFDF3EF39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Bias Variance Dilemma</a:t>
            </a:r>
            <a:endParaRPr lang="en-IN"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0BCC28D-0FEE-04BD-C2FB-0F56523CD33F}"/>
                  </a:ext>
                </a:extLst>
              </p:cNvPr>
              <p:cNvSpPr>
                <a:spLocks noGrp="1"/>
              </p:cNvSpPr>
              <p:nvPr>
                <p:ph idx="1"/>
              </p:nvPr>
            </p:nvSpPr>
            <p:spPr/>
            <p:txBody>
              <a:bodyPr/>
              <a:lstStyle/>
              <a:p>
                <a:pPr lvl="0"/>
                <a:r>
                  <a:rPr lang="en-IN" b="1" dirty="0">
                    <a:solidFill>
                      <a:schemeClr val="tx1"/>
                    </a:solidFill>
                    <a:latin typeface="Times New Roman" panose="02020603050405020304" pitchFamily="18" charset="0"/>
                    <a:cs typeface="Times New Roman" panose="02020603050405020304" pitchFamily="18" charset="0"/>
                  </a:rPr>
                  <a:t>Low Complexity Model:</a:t>
                </a:r>
                <a:r>
                  <a:rPr lang="en-IN" dirty="0">
                    <a:solidFill>
                      <a:schemeClr val="tx1"/>
                    </a:solidFill>
                    <a:latin typeface="Times New Roman" panose="02020603050405020304" pitchFamily="18" charset="0"/>
                    <a:cs typeface="Times New Roman" panose="02020603050405020304" pitchFamily="18" charset="0"/>
                  </a:rPr>
                  <a:t> Results in </a:t>
                </a:r>
                <a:r>
                  <a:rPr lang="en-IN" b="1" dirty="0">
                    <a:solidFill>
                      <a:schemeClr val="tx1"/>
                    </a:solidFill>
                    <a:latin typeface="Times New Roman" panose="02020603050405020304" pitchFamily="18" charset="0"/>
                    <a:cs typeface="Times New Roman" panose="02020603050405020304" pitchFamily="18" charset="0"/>
                  </a:rPr>
                  <a:t>High Bias</a:t>
                </a:r>
                <a:r>
                  <a:rPr lang="en-IN" dirty="0">
                    <a:solidFill>
                      <a:schemeClr val="tx1"/>
                    </a:solidFill>
                    <a:latin typeface="Times New Roman" panose="02020603050405020304" pitchFamily="18" charset="0"/>
                    <a:cs typeface="Times New Roman" panose="02020603050405020304" pitchFamily="18" charset="0"/>
                  </a:rPr>
                  <a:t> and </a:t>
                </a:r>
                <a:r>
                  <a:rPr lang="en-IN" b="1" dirty="0">
                    <a:solidFill>
                      <a:schemeClr val="tx1"/>
                    </a:solidFill>
                    <a:latin typeface="Times New Roman" panose="02020603050405020304" pitchFamily="18" charset="0"/>
                    <a:cs typeface="Times New Roman" panose="02020603050405020304" pitchFamily="18" charset="0"/>
                  </a:rPr>
                  <a:t>Low Variance</a:t>
                </a:r>
                <a:r>
                  <a:rPr lang="en-IN" dirty="0">
                    <a:solidFill>
                      <a:schemeClr val="tx1"/>
                    </a:solidFill>
                    <a:latin typeface="Times New Roman" panose="02020603050405020304" pitchFamily="18" charset="0"/>
                    <a:cs typeface="Times New Roman" panose="02020603050405020304" pitchFamily="18" charset="0"/>
                  </a:rPr>
                  <a:t>. The model consistently misses the target because it's too rigid.</a:t>
                </a:r>
              </a:p>
              <a:p>
                <a:pPr lvl="0"/>
                <a:r>
                  <a:rPr lang="en-IN" b="1" dirty="0">
                    <a:solidFill>
                      <a:schemeClr val="tx1"/>
                    </a:solidFill>
                    <a:latin typeface="Times New Roman" panose="02020603050405020304" pitchFamily="18" charset="0"/>
                    <a:cs typeface="Times New Roman" panose="02020603050405020304" pitchFamily="18" charset="0"/>
                  </a:rPr>
                  <a:t>High Complexity Model:</a:t>
                </a:r>
                <a:r>
                  <a:rPr lang="en-IN" dirty="0">
                    <a:solidFill>
                      <a:schemeClr val="tx1"/>
                    </a:solidFill>
                    <a:latin typeface="Times New Roman" panose="02020603050405020304" pitchFamily="18" charset="0"/>
                    <a:cs typeface="Times New Roman" panose="02020603050405020304" pitchFamily="18" charset="0"/>
                  </a:rPr>
                  <a:t> Results in </a:t>
                </a:r>
                <a:r>
                  <a:rPr lang="en-IN" b="1" dirty="0">
                    <a:solidFill>
                      <a:schemeClr val="tx1"/>
                    </a:solidFill>
                    <a:latin typeface="Times New Roman" panose="02020603050405020304" pitchFamily="18" charset="0"/>
                    <a:cs typeface="Times New Roman" panose="02020603050405020304" pitchFamily="18" charset="0"/>
                  </a:rPr>
                  <a:t>Low Bias</a:t>
                </a:r>
                <a:r>
                  <a:rPr lang="en-IN" dirty="0">
                    <a:solidFill>
                      <a:schemeClr val="tx1"/>
                    </a:solidFill>
                    <a:latin typeface="Times New Roman" panose="02020603050405020304" pitchFamily="18" charset="0"/>
                    <a:cs typeface="Times New Roman" panose="02020603050405020304" pitchFamily="18" charset="0"/>
                  </a:rPr>
                  <a:t> and </a:t>
                </a:r>
                <a:r>
                  <a:rPr lang="en-IN" b="1" dirty="0">
                    <a:solidFill>
                      <a:schemeClr val="tx1"/>
                    </a:solidFill>
                    <a:latin typeface="Times New Roman" panose="02020603050405020304" pitchFamily="18" charset="0"/>
                    <a:cs typeface="Times New Roman" panose="02020603050405020304" pitchFamily="18" charset="0"/>
                  </a:rPr>
                  <a:t>High Variance</a:t>
                </a:r>
                <a:r>
                  <a:rPr lang="en-IN" dirty="0">
                    <a:solidFill>
                      <a:schemeClr val="tx1"/>
                    </a:solidFill>
                    <a:latin typeface="Times New Roman" panose="02020603050405020304" pitchFamily="18" charset="0"/>
                    <a:cs typeface="Times New Roman" panose="02020603050405020304" pitchFamily="18" charset="0"/>
                  </a:rPr>
                  <a:t>. The model's predictions are accurate on average but wildly inconsistent depending on the training data.</a:t>
                </a:r>
              </a:p>
              <a:p>
                <a:pPr lvl="0"/>
                <a:r>
                  <a:rPr lang="en-IN" b="1" dirty="0">
                    <a:solidFill>
                      <a:schemeClr val="tx1"/>
                    </a:solidFill>
                    <a:latin typeface="Times New Roman" panose="02020603050405020304" pitchFamily="18" charset="0"/>
                    <a:cs typeface="Times New Roman" panose="02020603050405020304" pitchFamily="18" charset="0"/>
                  </a:rPr>
                  <a:t>Goal:</a:t>
                </a:r>
                <a:r>
                  <a:rPr lang="en-IN" dirty="0">
                    <a:solidFill>
                      <a:schemeClr val="tx1"/>
                    </a:solidFill>
                    <a:latin typeface="Times New Roman" panose="02020603050405020304" pitchFamily="18" charset="0"/>
                    <a:cs typeface="Times New Roman" panose="02020603050405020304" pitchFamily="18" charset="0"/>
                  </a:rPr>
                  <a:t> Find the model complexity that minimizes the </a:t>
                </a:r>
                <a:r>
                  <a:rPr lang="en-IN" b="1" dirty="0">
                    <a:solidFill>
                      <a:schemeClr val="tx1"/>
                    </a:solidFill>
                    <a:latin typeface="Times New Roman" panose="02020603050405020304" pitchFamily="18" charset="0"/>
                    <a:cs typeface="Times New Roman" panose="02020603050405020304" pitchFamily="18" charset="0"/>
                  </a:rPr>
                  <a:t>Total Error</a:t>
                </a:r>
                <a:r>
                  <a:rPr lang="en-IN"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IN" i="1">
                        <a:solidFill>
                          <a:schemeClr val="tx1"/>
                        </a:solidFill>
                        <a:latin typeface="Cambria Math" panose="02040503050406030204" pitchFamily="18" charset="0"/>
                      </a:rPr>
                      <m:t>≈</m:t>
                    </m:r>
                    <m:sSup>
                      <m:sSupPr>
                        <m:ctrlPr>
                          <a:rPr lang="en-IN" i="1">
                            <a:solidFill>
                              <a:schemeClr val="tx1"/>
                            </a:solidFill>
                            <a:latin typeface="Cambria Math" panose="02040503050406030204" pitchFamily="18" charset="0"/>
                          </a:rPr>
                        </m:ctrlPr>
                      </m:sSupPr>
                      <m:e>
                        <m:r>
                          <a:rPr lang="en-IN" i="1">
                            <a:solidFill>
                              <a:schemeClr val="tx1"/>
                            </a:solidFill>
                            <a:latin typeface="Cambria Math" panose="02040503050406030204" pitchFamily="18" charset="0"/>
                          </a:rPr>
                          <m:t>𝐵𝑖𝑎𝑠</m:t>
                        </m:r>
                      </m:e>
                      <m:sup>
                        <m:r>
                          <a:rPr lang="en-IN" i="1">
                            <a:solidFill>
                              <a:schemeClr val="tx1"/>
                            </a:solidFill>
                            <a:latin typeface="Cambria Math" panose="02040503050406030204" pitchFamily="18" charset="0"/>
                          </a:rPr>
                          <m:t>2</m:t>
                        </m:r>
                      </m:sup>
                    </m:sSup>
                  </m:oMath>
                </a14:m>
                <a:r>
                  <a:rPr lang="en-IN" dirty="0">
                    <a:solidFill>
                      <a:schemeClr val="tx1"/>
                    </a:solidFill>
                    <a:latin typeface="Times New Roman" panose="02020603050405020304" pitchFamily="18" charset="0"/>
                    <a:cs typeface="Times New Roman" panose="02020603050405020304" pitchFamily="18" charset="0"/>
                  </a:rPr>
                  <a:t>+ Variance</a:t>
                </a:r>
              </a:p>
              <a:p>
                <a:endParaRPr lang="en-IN" dirty="0"/>
              </a:p>
            </p:txBody>
          </p:sp>
        </mc:Choice>
        <mc:Fallback xmlns="">
          <p:sp>
            <p:nvSpPr>
              <p:cNvPr id="3" name="Content Placeholder 2">
                <a:extLst>
                  <a:ext uri="{FF2B5EF4-FFF2-40B4-BE49-F238E27FC236}">
                    <a16:creationId xmlns:a16="http://schemas.microsoft.com/office/drawing/2014/main" id="{90BCC28D-0FEE-04BD-C2FB-0F56523CD33F}"/>
                  </a:ext>
                </a:extLst>
              </p:cNvPr>
              <p:cNvSpPr>
                <a:spLocks noGrp="1" noRot="1" noChangeAspect="1" noMove="1" noResize="1" noEditPoints="1" noAdjustHandles="1" noChangeArrowheads="1" noChangeShapeType="1" noTextEdit="1"/>
              </p:cNvSpPr>
              <p:nvPr>
                <p:ph idx="1"/>
              </p:nvPr>
            </p:nvSpPr>
            <p:spPr>
              <a:blipFill>
                <a:blip r:embed="rId2"/>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1082864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213F6-D6CE-033A-2F6A-371A6053360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Overfitting and Generalization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EC71A7-D921-8EDE-0DF5-145E412328C3}"/>
              </a:ext>
            </a:extLst>
          </p:cNvPr>
          <p:cNvSpPr>
            <a:spLocks noGrp="1"/>
          </p:cNvSpPr>
          <p:nvPr>
            <p:ph idx="1"/>
          </p:nvPr>
        </p:nvSpPr>
        <p:spPr>
          <a:xfrm>
            <a:off x="722808" y="2499781"/>
            <a:ext cx="6544768" cy="3681943"/>
          </a:xfrm>
        </p:spPr>
        <p:txBody>
          <a:bodyPr>
            <a:normAutofit fontScale="92500"/>
          </a:bodyPr>
          <a:lstStyle/>
          <a:p>
            <a:pPr lvl="0"/>
            <a:r>
              <a:rPr lang="en-IN" b="1" dirty="0">
                <a:solidFill>
                  <a:schemeClr val="tx1"/>
                </a:solidFill>
                <a:latin typeface="Times New Roman" panose="02020603050405020304" pitchFamily="18" charset="0"/>
                <a:cs typeface="Times New Roman" panose="02020603050405020304" pitchFamily="18" charset="0"/>
              </a:rPr>
              <a:t>Overfitting:</a:t>
            </a:r>
            <a:r>
              <a:rPr lang="en-IN" dirty="0">
                <a:solidFill>
                  <a:schemeClr val="tx1"/>
                </a:solidFill>
                <a:latin typeface="Times New Roman" panose="02020603050405020304" pitchFamily="18" charset="0"/>
                <a:cs typeface="Times New Roman" panose="02020603050405020304" pitchFamily="18" charset="0"/>
              </a:rPr>
              <a:t> Occurs when a model fits the training data (including its noise and coincidental patterns) so well that it performs </a:t>
            </a:r>
            <a:r>
              <a:rPr lang="en-IN" b="1" dirty="0">
                <a:solidFill>
                  <a:schemeClr val="tx1"/>
                </a:solidFill>
                <a:latin typeface="Times New Roman" panose="02020603050405020304" pitchFamily="18" charset="0"/>
                <a:cs typeface="Times New Roman" panose="02020603050405020304" pitchFamily="18" charset="0"/>
              </a:rPr>
              <a:t>worse</a:t>
            </a:r>
            <a:r>
              <a:rPr lang="en-IN" dirty="0">
                <a:solidFill>
                  <a:schemeClr val="tx1"/>
                </a:solidFill>
                <a:latin typeface="Times New Roman" panose="02020603050405020304" pitchFamily="18" charset="0"/>
                <a:cs typeface="Times New Roman" panose="02020603050405020304" pitchFamily="18" charset="0"/>
              </a:rPr>
              <a:t> on new, unseen data.</a:t>
            </a:r>
          </a:p>
          <a:p>
            <a:pPr lvl="0"/>
            <a:r>
              <a:rPr lang="en-IN" b="1" dirty="0">
                <a:solidFill>
                  <a:schemeClr val="tx1"/>
                </a:solidFill>
                <a:latin typeface="Times New Roman" panose="02020603050405020304" pitchFamily="18" charset="0"/>
                <a:cs typeface="Times New Roman" panose="02020603050405020304" pitchFamily="18" charset="0"/>
              </a:rPr>
              <a:t>Training Accuracy:</a:t>
            </a:r>
            <a:r>
              <a:rPr lang="en-IN" dirty="0">
                <a:solidFill>
                  <a:schemeClr val="tx1"/>
                </a:solidFill>
                <a:latin typeface="Times New Roman" panose="02020603050405020304" pitchFamily="18" charset="0"/>
                <a:cs typeface="Times New Roman" panose="02020603050405020304" pitchFamily="18" charset="0"/>
              </a:rPr>
              <a:t> Always increases as model complexity increases (the solid line in Fig. 2.7).</a:t>
            </a:r>
          </a:p>
          <a:p>
            <a:pPr lvl="0"/>
            <a:r>
              <a:rPr lang="en-IN" b="1" dirty="0">
                <a:solidFill>
                  <a:schemeClr val="tx1"/>
                </a:solidFill>
                <a:latin typeface="Times New Roman" panose="02020603050405020304" pitchFamily="18" charset="0"/>
                <a:cs typeface="Times New Roman" panose="02020603050405020304" pitchFamily="18" charset="0"/>
              </a:rPr>
              <a:t>Testing/Generalization Accuracy:</a:t>
            </a:r>
            <a:r>
              <a:rPr lang="en-IN" dirty="0">
                <a:solidFill>
                  <a:schemeClr val="tx1"/>
                </a:solidFill>
                <a:latin typeface="Times New Roman" panose="02020603050405020304" pitchFamily="18" charset="0"/>
                <a:cs typeface="Times New Roman" panose="02020603050405020304" pitchFamily="18" charset="0"/>
              </a:rPr>
              <a:t> Increases, but then decreases sharply as complexity increases past the optimal point (the broken line in Fig. 2.7). The goal is to maximize this.</a:t>
            </a:r>
          </a:p>
          <a:p>
            <a:endParaRPr lang="en-IN" dirty="0"/>
          </a:p>
        </p:txBody>
      </p:sp>
      <p:pic>
        <p:nvPicPr>
          <p:cNvPr id="4" name="Picture 3">
            <a:extLst>
              <a:ext uri="{FF2B5EF4-FFF2-40B4-BE49-F238E27FC236}">
                <a16:creationId xmlns:a16="http://schemas.microsoft.com/office/drawing/2014/main" id="{B885A541-E4EA-53A4-3B0D-A691D2F68052}"/>
              </a:ext>
            </a:extLst>
          </p:cNvPr>
          <p:cNvPicPr>
            <a:picLocks noChangeAspect="1"/>
          </p:cNvPicPr>
          <p:nvPr/>
        </p:nvPicPr>
        <p:blipFill>
          <a:blip r:embed="rId2"/>
          <a:stretch>
            <a:fillRect/>
          </a:stretch>
        </p:blipFill>
        <p:spPr>
          <a:xfrm>
            <a:off x="6983729" y="2676842"/>
            <a:ext cx="4485463" cy="3057208"/>
          </a:xfrm>
          <a:prstGeom prst="rect">
            <a:avLst/>
          </a:prstGeom>
        </p:spPr>
      </p:pic>
    </p:spTree>
    <p:extLst>
      <p:ext uri="{BB962C8B-B14F-4D97-AF65-F5344CB8AC3E}">
        <p14:creationId xmlns:p14="http://schemas.microsoft.com/office/powerpoint/2010/main" val="292143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4FA34-0BF0-94C8-7A86-491C1789F8E3}"/>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Principles for Overfitting Avoidance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0FF1B9F-B5BA-24CF-BC52-54334AFD899A}"/>
              </a:ext>
            </a:extLst>
          </p:cNvPr>
          <p:cNvSpPr>
            <a:spLocks noGrp="1"/>
          </p:cNvSpPr>
          <p:nvPr>
            <p:ph idx="1"/>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Occam’s Razor Principle</a:t>
            </a:r>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Idea:</a:t>
            </a:r>
            <a:r>
              <a:rPr lang="en-IN" dirty="0">
                <a:solidFill>
                  <a:schemeClr val="tx1"/>
                </a:solidFill>
                <a:latin typeface="Times New Roman" panose="02020603050405020304" pitchFamily="18" charset="0"/>
                <a:cs typeface="Times New Roman" panose="02020603050405020304" pitchFamily="18" charset="0"/>
              </a:rPr>
              <a:t> When faced with two hypotheses (models) that perform equally well on the training data, choose the </a:t>
            </a:r>
            <a:r>
              <a:rPr lang="en-IN" b="1" dirty="0">
                <a:solidFill>
                  <a:schemeClr val="tx1"/>
                </a:solidFill>
                <a:latin typeface="Times New Roman" panose="02020603050405020304" pitchFamily="18" charset="0"/>
                <a:cs typeface="Times New Roman" panose="02020603050405020304" pitchFamily="18" charset="0"/>
              </a:rPr>
              <a:t>simpler</a:t>
            </a:r>
            <a:r>
              <a:rPr lang="en-IN" dirty="0">
                <a:solidFill>
                  <a:schemeClr val="tx1"/>
                </a:solidFill>
                <a:latin typeface="Times New Roman" panose="02020603050405020304" pitchFamily="18" charset="0"/>
                <a:cs typeface="Times New Roman" panose="02020603050405020304" pitchFamily="18" charset="0"/>
              </a:rPr>
              <a:t> one.</a:t>
            </a:r>
          </a:p>
          <a:p>
            <a:r>
              <a:rPr lang="en-IN" b="1" dirty="0">
                <a:solidFill>
                  <a:schemeClr val="tx1"/>
                </a:solidFill>
                <a:latin typeface="Times New Roman" panose="02020603050405020304" pitchFamily="18" charset="0"/>
                <a:cs typeface="Times New Roman" panose="02020603050405020304" pitchFamily="18" charset="0"/>
              </a:rPr>
              <a:t>Reasoning:</a:t>
            </a:r>
            <a:r>
              <a:rPr lang="en-IN" dirty="0">
                <a:solidFill>
                  <a:schemeClr val="tx1"/>
                </a:solidFill>
                <a:latin typeface="Times New Roman" panose="02020603050405020304" pitchFamily="18" charset="0"/>
                <a:cs typeface="Times New Roman" panose="02020603050405020304" pitchFamily="18" charset="0"/>
              </a:rPr>
              <a:t> The simpler model is less likely to have accidentally captured noise or coincidental regularities in the training data, thus offering better </a:t>
            </a:r>
            <a:r>
              <a:rPr lang="en-IN" b="1" dirty="0">
                <a:solidFill>
                  <a:schemeClr val="tx1"/>
                </a:solidFill>
                <a:latin typeface="Times New Roman" panose="02020603050405020304" pitchFamily="18" charset="0"/>
                <a:cs typeface="Times New Roman" panose="02020603050405020304" pitchFamily="18" charset="0"/>
              </a:rPr>
              <a:t>generalization</a:t>
            </a:r>
            <a:r>
              <a:rPr lang="en-IN" dirty="0">
                <a:solidFill>
                  <a:schemeClr val="tx1"/>
                </a:solidFill>
                <a:latin typeface="Times New Roman" panose="02020603050405020304" pitchFamily="18" charset="0"/>
                <a:cs typeface="Times New Roman" panose="02020603050405020304" pitchFamily="18" charset="0"/>
              </a:rPr>
              <a:t> on unseen data.</a:t>
            </a:r>
          </a:p>
          <a:p>
            <a:pPr marL="0" indent="0">
              <a:buNone/>
            </a:pPr>
            <a:endParaRPr lang="en-IN" dirty="0"/>
          </a:p>
        </p:txBody>
      </p:sp>
    </p:spTree>
    <p:extLst>
      <p:ext uri="{BB962C8B-B14F-4D97-AF65-F5344CB8AC3E}">
        <p14:creationId xmlns:p14="http://schemas.microsoft.com/office/powerpoint/2010/main" val="4152367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07A91-EE5A-D976-10CD-0F8E66578A53}"/>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If there are two algorithms and both of them perform equally well on the training set, then according to Occam’s razor principle, the simpler algorithm can be expected to do better on a test set;</a:t>
            </a:r>
          </a:p>
          <a:p>
            <a:r>
              <a:rPr lang="en-IN" dirty="0">
                <a:solidFill>
                  <a:schemeClr val="tx1"/>
                </a:solidFill>
                <a:latin typeface="Times New Roman" panose="02020603050405020304" pitchFamily="18" charset="0"/>
                <a:cs typeface="Times New Roman" panose="02020603050405020304" pitchFamily="18" charset="0"/>
              </a:rPr>
              <a:t>‘simpler’ may imply needing </a:t>
            </a:r>
            <a:r>
              <a:rPr lang="en-IN" b="1" dirty="0">
                <a:solidFill>
                  <a:schemeClr val="tx1"/>
                </a:solidFill>
                <a:latin typeface="Times New Roman" panose="02020603050405020304" pitchFamily="18" charset="0"/>
                <a:cs typeface="Times New Roman" panose="02020603050405020304" pitchFamily="18" charset="0"/>
              </a:rPr>
              <a:t>lesser parameters</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lesser training time</a:t>
            </a: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fewer attributes </a:t>
            </a:r>
            <a:r>
              <a:rPr lang="en-IN" dirty="0">
                <a:solidFill>
                  <a:schemeClr val="tx1"/>
                </a:solidFill>
                <a:latin typeface="Times New Roman" panose="02020603050405020304" pitchFamily="18" charset="0"/>
                <a:cs typeface="Times New Roman" panose="02020603050405020304" pitchFamily="18" charset="0"/>
              </a:rPr>
              <a:t>for </a:t>
            </a:r>
            <a:r>
              <a:rPr lang="en-IN" b="1" dirty="0">
                <a:solidFill>
                  <a:schemeClr val="tx1"/>
                </a:solidFill>
                <a:latin typeface="Times New Roman" panose="02020603050405020304" pitchFamily="18" charset="0"/>
                <a:cs typeface="Times New Roman" panose="02020603050405020304" pitchFamily="18" charset="0"/>
              </a:rPr>
              <a:t>data representation</a:t>
            </a:r>
            <a:r>
              <a:rPr lang="en-IN" dirty="0">
                <a:solidFill>
                  <a:schemeClr val="tx1"/>
                </a:solidFill>
                <a:latin typeface="Times New Roman" panose="02020603050405020304" pitchFamily="18" charset="0"/>
                <a:cs typeface="Times New Roman" panose="02020603050405020304" pitchFamily="18" charset="0"/>
              </a:rPr>
              <a:t>, and </a:t>
            </a:r>
            <a:r>
              <a:rPr lang="en-IN" b="1" dirty="0">
                <a:solidFill>
                  <a:schemeClr val="tx1"/>
                </a:solidFill>
                <a:latin typeface="Times New Roman" panose="02020603050405020304" pitchFamily="18" charset="0"/>
                <a:cs typeface="Times New Roman" panose="02020603050405020304" pitchFamily="18" charset="0"/>
              </a:rPr>
              <a:t>lesser computational complexity.</a:t>
            </a:r>
          </a:p>
          <a:p>
            <a:r>
              <a:rPr lang="en-IN" dirty="0">
                <a:solidFill>
                  <a:schemeClr val="tx1"/>
                </a:solidFill>
                <a:latin typeface="Times New Roman" panose="02020603050405020304" pitchFamily="18" charset="0"/>
                <a:cs typeface="Times New Roman" panose="02020603050405020304" pitchFamily="18" charset="0"/>
              </a:rPr>
              <a:t>We usually stop looking for a design when the solution is ‘good enough’, not necessarily the optimal one.</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746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37EFF-C492-B3AD-7A41-7B4E92059111}"/>
              </a:ext>
            </a:extLst>
          </p:cNvPr>
          <p:cNvSpPr>
            <a:spLocks noGrp="1"/>
          </p:cNvSpPr>
          <p:nvPr>
            <p:ph type="title"/>
          </p:nvPr>
        </p:nvSpPr>
        <p:spPr/>
        <p:txBody>
          <a:bodyPr>
            <a:normAutofit fontScale="90000"/>
          </a:bodyPr>
          <a:lstStyle/>
          <a:p>
            <a:r>
              <a:rPr lang="en-IN" b="1" dirty="0">
                <a:solidFill>
                  <a:schemeClr val="tx1"/>
                </a:solidFill>
                <a:latin typeface="Times New Roman" panose="02020603050405020304" pitchFamily="18" charset="0"/>
                <a:cs typeface="Times New Roman" panose="02020603050405020304" pitchFamily="18" charset="0"/>
              </a:rPr>
              <a:t>Computational Learning Theory (CLT)</a:t>
            </a:r>
            <a:endParaRPr lang="en-IN"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6619B1D-87C4-9FFE-068A-533AEB2EE8E3}"/>
                  </a:ext>
                </a:extLst>
              </p:cNvPr>
              <p:cNvSpPr>
                <a:spLocks noGrp="1"/>
              </p:cNvSpPr>
              <p:nvPr>
                <p:ph idx="1"/>
              </p:nvPr>
            </p:nvSpPr>
            <p:spPr/>
            <p:txBody>
              <a:bodyPr/>
              <a:lstStyle/>
              <a:p>
                <a:r>
                  <a:rPr lang="en-IN" dirty="0">
                    <a:solidFill>
                      <a:schemeClr val="tx1"/>
                    </a:solidFill>
                    <a:latin typeface="Times New Roman" panose="02020603050405020304" pitchFamily="18" charset="0"/>
                    <a:cs typeface="Times New Roman" panose="02020603050405020304" pitchFamily="18" charset="0"/>
                  </a:rPr>
                  <a:t>CLT tries to give mathematical answers to: </a:t>
                </a:r>
                <a:r>
                  <a:rPr lang="en-IN" i="1" dirty="0">
                    <a:solidFill>
                      <a:schemeClr val="tx1"/>
                    </a:solidFill>
                    <a:latin typeface="Times New Roman" panose="02020603050405020304" pitchFamily="18" charset="0"/>
                    <a:cs typeface="Times New Roman" panose="02020603050405020304" pitchFamily="18" charset="0"/>
                  </a:rPr>
                  <a:t>How can we guarantee a learned hypothesis h(x) </a:t>
                </a:r>
                <a:r>
                  <a:rPr lang="en-IN" dirty="0">
                    <a:solidFill>
                      <a:schemeClr val="tx1"/>
                    </a:solidFill>
                    <a:latin typeface="Times New Roman" panose="02020603050405020304" pitchFamily="18" charset="0"/>
                    <a:cs typeface="Times New Roman" panose="02020603050405020304" pitchFamily="18" charset="0"/>
                  </a:rPr>
                  <a:t>is close to the true function </a:t>
                </a:r>
                <a:r>
                  <a:rPr lang="en-IN" i="1" dirty="0">
                    <a:solidFill>
                      <a:schemeClr val="tx1"/>
                    </a:solidFill>
                    <a:latin typeface="Times New Roman" panose="02020603050405020304" pitchFamily="18" charset="0"/>
                    <a:cs typeface="Times New Roman" panose="02020603050405020304" pitchFamily="18" charset="0"/>
                  </a:rPr>
                  <a:t>f(x)?</a:t>
                </a:r>
                <a:endParaRPr lang="en-IN" dirty="0">
                  <a:solidFill>
                    <a:schemeClr val="tx1"/>
                  </a:solidFill>
                  <a:latin typeface="Times New Roman" panose="02020603050405020304" pitchFamily="18" charset="0"/>
                  <a:cs typeface="Times New Roman" panose="02020603050405020304" pitchFamily="18" charset="0"/>
                </a:endParaRPr>
              </a:p>
              <a:p>
                <a:r>
                  <a:rPr lang="en-IN" b="1" dirty="0">
                    <a:solidFill>
                      <a:schemeClr val="tx1"/>
                    </a:solidFill>
                    <a:latin typeface="Times New Roman" panose="02020603050405020304" pitchFamily="18" charset="0"/>
                    <a:cs typeface="Times New Roman" panose="02020603050405020304" pitchFamily="18" charset="0"/>
                  </a:rPr>
                  <a:t>The Problem:</a:t>
                </a:r>
                <a:r>
                  <a:rPr lang="en-IN" dirty="0">
                    <a:solidFill>
                      <a:schemeClr val="tx1"/>
                    </a:solidFill>
                    <a:latin typeface="Times New Roman" panose="02020603050405020304" pitchFamily="18" charset="0"/>
                    <a:cs typeface="Times New Roman" panose="02020603050405020304" pitchFamily="18" charset="0"/>
                  </a:rPr>
                  <a:t> The Law of Large Numbers (which suggests that the Empirical Risk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𝑅</m:t>
                        </m:r>
                      </m:e>
                      <m:sub>
                        <m:r>
                          <a:rPr lang="en-IN" i="1">
                            <a:solidFill>
                              <a:schemeClr val="tx1"/>
                            </a:solidFill>
                            <a:latin typeface="Cambria Math" panose="02040503050406030204" pitchFamily="18" charset="0"/>
                          </a:rPr>
                          <m:t>𝑒𝑚𝑝</m:t>
                        </m:r>
                      </m:sub>
                    </m:sSub>
                    <m:r>
                      <a:rPr lang="en-US" b="0" i="0" smtClean="0">
                        <a:solidFill>
                          <a:schemeClr val="tx1"/>
                        </a:solidFill>
                        <a:latin typeface="Cambria Math" panose="02040503050406030204" pitchFamily="18" charset="0"/>
                      </a:rPr>
                      <m:t> </m:t>
                    </m:r>
                  </m:oMath>
                </a14:m>
                <a:r>
                  <a:rPr lang="en-IN" dirty="0">
                    <a:solidFill>
                      <a:schemeClr val="tx1"/>
                    </a:solidFill>
                    <a:latin typeface="Times New Roman" panose="02020603050405020304" pitchFamily="18" charset="0"/>
                    <a:cs typeface="Times New Roman" panose="02020603050405020304" pitchFamily="18" charset="0"/>
                  </a:rPr>
                  <a:t>approaches the True Risk R as the number of samples N →∞ doesn't guarantee that the </a:t>
                </a:r>
                <a:r>
                  <a:rPr lang="en-IN" i="1" dirty="0">
                    <a:solidFill>
                      <a:schemeClr val="tx1"/>
                    </a:solidFill>
                    <a:latin typeface="Times New Roman" panose="02020603050405020304" pitchFamily="18" charset="0"/>
                    <a:cs typeface="Times New Roman" panose="02020603050405020304" pitchFamily="18" charset="0"/>
                  </a:rPr>
                  <a:t>function</a:t>
                </a:r>
                <a:r>
                  <a:rPr lang="en-IN" dirty="0">
                    <a:solidFill>
                      <a:schemeClr val="tx1"/>
                    </a:solidFill>
                    <a:latin typeface="Times New Roman" panose="02020603050405020304" pitchFamily="18" charset="0"/>
                    <a:cs typeface="Times New Roman" panose="02020603050405020304" pitchFamily="18" charset="0"/>
                  </a:rPr>
                  <a:t> that minimizes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𝑅</m:t>
                        </m:r>
                      </m:e>
                      <m:sub>
                        <m:r>
                          <a:rPr lang="en-IN" i="1">
                            <a:solidFill>
                              <a:schemeClr val="tx1"/>
                            </a:solidFill>
                            <a:latin typeface="Cambria Math" panose="02040503050406030204" pitchFamily="18" charset="0"/>
                          </a:rPr>
                          <m:t>𝑒𝑚𝑝</m:t>
                        </m:r>
                      </m:sub>
                    </m:sSub>
                  </m:oMath>
                </a14:m>
                <a:r>
                  <a:rPr lang="en-IN" dirty="0">
                    <a:solidFill>
                      <a:schemeClr val="tx1"/>
                    </a:solidFill>
                    <a:latin typeface="Times New Roman" panose="02020603050405020304" pitchFamily="18" charset="0"/>
                    <a:cs typeface="Times New Roman" panose="02020603050405020304" pitchFamily="18" charset="0"/>
                  </a:rPr>
                  <a:t> will be the same as the function that minimizes R. This is where the Bias-Variance dilemma surfaces.</a:t>
                </a:r>
              </a:p>
              <a:p>
                <a:endParaRPr lang="en-IN" dirty="0"/>
              </a:p>
            </p:txBody>
          </p:sp>
        </mc:Choice>
        <mc:Fallback xmlns="">
          <p:sp>
            <p:nvSpPr>
              <p:cNvPr id="3" name="Content Placeholder 2">
                <a:extLst>
                  <a:ext uri="{FF2B5EF4-FFF2-40B4-BE49-F238E27FC236}">
                    <a16:creationId xmlns:a16="http://schemas.microsoft.com/office/drawing/2014/main" id="{86619B1D-87C4-9FFE-068A-533AEB2EE8E3}"/>
                  </a:ext>
                </a:extLst>
              </p:cNvPr>
              <p:cNvSpPr>
                <a:spLocks noGrp="1" noRot="1" noChangeAspect="1" noMove="1" noResize="1" noEditPoints="1" noAdjustHandles="1" noChangeArrowheads="1" noChangeShapeType="1" noTextEdit="1"/>
              </p:cNvSpPr>
              <p:nvPr>
                <p:ph idx="1"/>
              </p:nvPr>
            </p:nvSpPr>
            <p:spPr>
              <a:blipFill>
                <a:blip r:embed="rId3"/>
                <a:stretch>
                  <a:fillRect l="-1144" t="-2569"/>
                </a:stretch>
              </a:blipFill>
            </p:spPr>
            <p:txBody>
              <a:bodyPr/>
              <a:lstStyle/>
              <a:p>
                <a:r>
                  <a:rPr lang="en-IN">
                    <a:noFill/>
                  </a:rPr>
                  <a:t> </a:t>
                </a:r>
              </a:p>
            </p:txBody>
          </p:sp>
        </mc:Fallback>
      </mc:AlternateContent>
    </p:spTree>
    <p:extLst>
      <p:ext uri="{BB962C8B-B14F-4D97-AF65-F5344CB8AC3E}">
        <p14:creationId xmlns:p14="http://schemas.microsoft.com/office/powerpoint/2010/main" val="1573548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E1689C1-4D20-835B-5437-8E2C43B14BC9}"/>
                  </a:ext>
                </a:extLst>
              </p:cNvPr>
              <p:cNvSpPr>
                <a:spLocks noGrp="1"/>
              </p:cNvSpPr>
              <p:nvPr>
                <p:ph idx="1"/>
              </p:nvPr>
            </p:nvSpPr>
            <p:spPr>
              <a:xfrm>
                <a:off x="933450" y="771525"/>
                <a:ext cx="10391775" cy="5362575"/>
              </a:xfrm>
            </p:spPr>
            <p:txBody>
              <a:bodyPr>
                <a:normAutofit lnSpcReduction="10000"/>
              </a:bodyPr>
              <a:lstStyle/>
              <a:p>
                <a:r>
                  <a:rPr lang="en-IN" b="1" dirty="0">
                    <a:solidFill>
                      <a:schemeClr val="tx1"/>
                    </a:solidFill>
                    <a:latin typeface="Times New Roman" panose="02020603050405020304" pitchFamily="18" charset="0"/>
                    <a:cs typeface="Times New Roman" panose="02020603050405020304" pitchFamily="18" charset="0"/>
                  </a:rPr>
                  <a:t>The Solution (VC Theory):</a:t>
                </a:r>
                <a:r>
                  <a:rPr lang="en-IN" dirty="0">
                    <a:solidFill>
                      <a:schemeClr val="tx1"/>
                    </a:solidFill>
                    <a:latin typeface="Times New Roman" panose="02020603050405020304" pitchFamily="18" charset="0"/>
                    <a:cs typeface="Times New Roman" panose="02020603050405020304" pitchFamily="18" charset="0"/>
                  </a:rPr>
                  <a:t> Uniform Convergence is needed, meaning the difference between R and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𝑅</m:t>
                        </m:r>
                      </m:e>
                      <m:sub>
                        <m:r>
                          <a:rPr lang="en-IN" i="1">
                            <a:solidFill>
                              <a:schemeClr val="tx1"/>
                            </a:solidFill>
                            <a:latin typeface="Cambria Math" panose="02040503050406030204" pitchFamily="18" charset="0"/>
                          </a:rPr>
                          <m:t>𝑒𝑚𝑝</m:t>
                        </m:r>
                      </m:sub>
                    </m:sSub>
                  </m:oMath>
                </a14:m>
                <a:r>
                  <a:rPr lang="en-IN" dirty="0">
                    <a:solidFill>
                      <a:schemeClr val="tx1"/>
                    </a:solidFill>
                    <a:latin typeface="Times New Roman" panose="02020603050405020304" pitchFamily="18" charset="0"/>
                    <a:cs typeface="Times New Roman" panose="02020603050405020304" pitchFamily="18" charset="0"/>
                  </a:rPr>
                  <a:t> must approach zero </a:t>
                </a:r>
                <a:r>
                  <a:rPr lang="en-IN" b="1" dirty="0">
                    <a:solidFill>
                      <a:schemeClr val="tx1"/>
                    </a:solidFill>
                    <a:latin typeface="Times New Roman" panose="02020603050405020304" pitchFamily="18" charset="0"/>
                    <a:cs typeface="Times New Roman" panose="02020603050405020304" pitchFamily="18" charset="0"/>
                  </a:rPr>
                  <a:t>uniformly across the entire set of possible functions</a:t>
                </a:r>
                <a:r>
                  <a:rPr lang="en-IN" dirty="0">
                    <a:solidFill>
                      <a:schemeClr val="tx1"/>
                    </a:solidFill>
                    <a:latin typeface="Times New Roman" panose="02020603050405020304" pitchFamily="18" charset="0"/>
                    <a:cs typeface="Times New Roman" panose="02020603050405020304" pitchFamily="18" charset="0"/>
                  </a:rPr>
                  <a:t> (F).</a:t>
                </a:r>
              </a:p>
              <a:p>
                <a:pPr lvl="0"/>
                <a:r>
                  <a:rPr lang="en-IN" b="1" dirty="0">
                    <a:solidFill>
                      <a:schemeClr val="tx1"/>
                    </a:solidFill>
                    <a:latin typeface="Times New Roman" panose="02020603050405020304" pitchFamily="18" charset="0"/>
                    <a:cs typeface="Times New Roman" panose="02020603050405020304" pitchFamily="18" charset="0"/>
                  </a:rPr>
                  <a:t>VC Dimension</a:t>
                </a:r>
                <a:r>
                  <a:rPr lang="en-IN"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h</m:t>
                        </m:r>
                      </m:e>
                      <m:sub>
                        <m:r>
                          <a:rPr lang="en-IN" i="1">
                            <a:solidFill>
                              <a:schemeClr val="tx1"/>
                            </a:solidFill>
                            <a:latin typeface="Cambria Math" panose="02040503050406030204" pitchFamily="18" charset="0"/>
                          </a:rPr>
                          <m:t>𝑐</m:t>
                        </m:r>
                      </m:sub>
                    </m:sSub>
                  </m:oMath>
                </a14:m>
                <a:r>
                  <a:rPr lang="en-IN" dirty="0">
                    <a:solidFill>
                      <a:schemeClr val="tx1"/>
                    </a:solidFill>
                    <a:latin typeface="Times New Roman" panose="02020603050405020304" pitchFamily="18" charset="0"/>
                    <a:cs typeface="Times New Roman" panose="02020603050405020304" pitchFamily="18" charset="0"/>
                  </a:rPr>
                  <a:t>): A measure of the </a:t>
                </a:r>
                <a:r>
                  <a:rPr lang="en-IN" b="1" dirty="0">
                    <a:solidFill>
                      <a:schemeClr val="tx1"/>
                    </a:solidFill>
                    <a:latin typeface="Times New Roman" panose="02020603050405020304" pitchFamily="18" charset="0"/>
                    <a:cs typeface="Times New Roman" panose="02020603050405020304" pitchFamily="18" charset="0"/>
                  </a:rPr>
                  <a:t>capacity</a:t>
                </a:r>
                <a:r>
                  <a:rPr lang="en-IN" dirty="0">
                    <a:solidFill>
                      <a:schemeClr val="tx1"/>
                    </a:solidFill>
                    <a:latin typeface="Times New Roman" panose="02020603050405020304" pitchFamily="18" charset="0"/>
                    <a:cs typeface="Times New Roman" panose="02020603050405020304" pitchFamily="18" charset="0"/>
                  </a:rPr>
                  <a:t> or complexity of the set of functions F.</a:t>
                </a:r>
              </a:p>
              <a:p>
                <a:pPr lvl="0"/>
                <a:r>
                  <a:rPr lang="en-IN" b="1" dirty="0">
                    <a:solidFill>
                      <a:schemeClr val="tx1"/>
                    </a:solidFill>
                    <a:latin typeface="Times New Roman" panose="02020603050405020304" pitchFamily="18" charset="0"/>
                    <a:cs typeface="Times New Roman" panose="02020603050405020304" pitchFamily="18" charset="0"/>
                  </a:rPr>
                  <a:t>Structural Risk Minimization (SRM):</a:t>
                </a:r>
                <a:r>
                  <a:rPr lang="en-IN" dirty="0">
                    <a:solidFill>
                      <a:schemeClr val="tx1"/>
                    </a:solidFill>
                    <a:latin typeface="Times New Roman" panose="02020603050405020304" pitchFamily="18" charset="0"/>
                    <a:cs typeface="Times New Roman" panose="02020603050405020304" pitchFamily="18" charset="0"/>
                  </a:rPr>
                  <a:t> Instead of just minimizing the empirical risk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𝑅</m:t>
                        </m:r>
                      </m:e>
                      <m:sub>
                        <m:r>
                          <a:rPr lang="en-IN" i="1">
                            <a:solidFill>
                              <a:schemeClr val="tx1"/>
                            </a:solidFill>
                            <a:latin typeface="Cambria Math" panose="02040503050406030204" pitchFamily="18" charset="0"/>
                          </a:rPr>
                          <m:t>𝑒𝑚𝑝</m:t>
                        </m:r>
                      </m:sub>
                    </m:sSub>
                  </m:oMath>
                </a14:m>
                <a:r>
                  <a:rPr lang="en-IN" dirty="0">
                    <a:solidFill>
                      <a:schemeClr val="tx1"/>
                    </a:solidFill>
                    <a:latin typeface="Times New Roman" panose="02020603050405020304" pitchFamily="18" charset="0"/>
                    <a:cs typeface="Times New Roman" panose="02020603050405020304" pitchFamily="18" charset="0"/>
                  </a:rPr>
                  <a:t> SRM minimizes a </a:t>
                </a:r>
                <a:r>
                  <a:rPr lang="en-IN" b="1" dirty="0">
                    <a:solidFill>
                      <a:schemeClr val="tx1"/>
                    </a:solidFill>
                    <a:latin typeface="Times New Roman" panose="02020603050405020304" pitchFamily="18" charset="0"/>
                    <a:cs typeface="Times New Roman" panose="02020603050405020304" pitchFamily="18" charset="0"/>
                  </a:rPr>
                  <a:t>bound</a:t>
                </a:r>
                <a:r>
                  <a:rPr lang="en-IN" dirty="0">
                    <a:solidFill>
                      <a:schemeClr val="tx1"/>
                    </a:solidFill>
                    <a:latin typeface="Times New Roman" panose="02020603050405020304" pitchFamily="18" charset="0"/>
                    <a:cs typeface="Times New Roman" panose="02020603050405020304" pitchFamily="18" charset="0"/>
                  </a:rPr>
                  <a:t> on the true risk  R. This bound depends on two things:</a:t>
                </a:r>
              </a:p>
              <a:p>
                <a:pPr lvl="0"/>
                <a:r>
                  <a:rPr lang="en-IN" b="1" dirty="0">
                    <a:solidFill>
                      <a:schemeClr val="tx1"/>
                    </a:solidFill>
                    <a:latin typeface="Times New Roman" panose="02020603050405020304" pitchFamily="18" charset="0"/>
                    <a:cs typeface="Times New Roman" panose="02020603050405020304" pitchFamily="18" charset="0"/>
                  </a:rPr>
                  <a:t>                     R(h)≤</a:t>
                </a:r>
                <a14:m>
                  <m:oMath xmlns:m="http://schemas.openxmlformats.org/officeDocument/2006/math">
                    <m:sSub>
                      <m:sSubPr>
                        <m:ctrlPr>
                          <a:rPr lang="en-IN" b="1"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𝑹</m:t>
                        </m:r>
                      </m:e>
                      <m:sub>
                        <m:r>
                          <a:rPr lang="en-US" b="1" i="1" smtClean="0">
                            <a:solidFill>
                              <a:schemeClr val="tx1"/>
                            </a:solidFill>
                            <a:latin typeface="Cambria Math" panose="02040503050406030204" pitchFamily="18" charset="0"/>
                            <a:cs typeface="Times New Roman" panose="02020603050405020304" pitchFamily="18" charset="0"/>
                          </a:rPr>
                          <m:t>𝒆𝒎𝒑</m:t>
                        </m:r>
                      </m:sub>
                    </m:sSub>
                  </m:oMath>
                </a14:m>
                <a:r>
                  <a:rPr lang="en-IN" b="1" dirty="0">
                    <a:solidFill>
                      <a:schemeClr val="tx1"/>
                    </a:solidFill>
                    <a:latin typeface="Times New Roman" panose="02020603050405020304" pitchFamily="18" charset="0"/>
                    <a:cs typeface="Times New Roman" panose="02020603050405020304" pitchFamily="18" charset="0"/>
                  </a:rPr>
                  <a:t>(h)+ Complexity penalty(</a:t>
                </a:r>
                <a14:m>
                  <m:oMath xmlns:m="http://schemas.openxmlformats.org/officeDocument/2006/math">
                    <m:sSub>
                      <m:sSubPr>
                        <m:ctrlPr>
                          <a:rPr lang="en-IN" b="1"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𝒉</m:t>
                        </m:r>
                      </m:e>
                      <m:sub>
                        <m:r>
                          <a:rPr lang="en-US" b="1" i="1" smtClean="0">
                            <a:solidFill>
                              <a:schemeClr val="tx1"/>
                            </a:solidFill>
                            <a:latin typeface="Cambria Math" panose="02040503050406030204" pitchFamily="18" charset="0"/>
                            <a:cs typeface="Times New Roman" panose="02020603050405020304" pitchFamily="18" charset="0"/>
                          </a:rPr>
                          <m:t>𝒄</m:t>
                        </m:r>
                      </m:sub>
                    </m:sSub>
                    <m:r>
                      <a:rPr lang="en-US" b="1" i="1" smtClean="0">
                        <a:solidFill>
                          <a:schemeClr val="tx1"/>
                        </a:solidFill>
                        <a:latin typeface="Cambria Math" panose="02040503050406030204" pitchFamily="18" charset="0"/>
                        <a:cs typeface="Times New Roman" panose="02020603050405020304" pitchFamily="18" charset="0"/>
                      </a:rPr>
                      <m:t>)</m:t>
                    </m:r>
                  </m:oMath>
                </a14:m>
                <a:endParaRPr lang="en-IN" b="1"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The </a:t>
                </a:r>
                <a:r>
                  <a:rPr lang="en-IN" b="1" dirty="0">
                    <a:solidFill>
                      <a:schemeClr val="tx1"/>
                    </a:solidFill>
                    <a:latin typeface="Times New Roman" panose="02020603050405020304" pitchFamily="18" charset="0"/>
                    <a:cs typeface="Times New Roman" panose="02020603050405020304" pitchFamily="18" charset="0"/>
                  </a:rPr>
                  <a:t>training Error</a:t>
                </a:r>
                <a:r>
                  <a:rPr lang="en-IN"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 </m:t>
                        </m:r>
                        <m:r>
                          <a:rPr lang="en-IN" i="1">
                            <a:solidFill>
                              <a:schemeClr val="tx1"/>
                            </a:solidFill>
                            <a:latin typeface="Cambria Math" panose="02040503050406030204" pitchFamily="18" charset="0"/>
                          </a:rPr>
                          <m:t>𝑅</m:t>
                        </m:r>
                      </m:e>
                      <m:sub>
                        <m:r>
                          <a:rPr lang="en-IN" i="1">
                            <a:solidFill>
                              <a:schemeClr val="tx1"/>
                            </a:solidFill>
                            <a:latin typeface="Cambria Math" panose="02040503050406030204" pitchFamily="18" charset="0"/>
                          </a:rPr>
                          <m:t>𝑒𝑚𝑝</m:t>
                        </m:r>
                      </m:sub>
                    </m:sSub>
                  </m:oMath>
                </a14:m>
                <a:endParaRPr lang="en-IN" dirty="0">
                  <a:solidFill>
                    <a:schemeClr val="tx1"/>
                  </a:solidFill>
                  <a:latin typeface="Times New Roman" panose="02020603050405020304" pitchFamily="18" charset="0"/>
                  <a:cs typeface="Times New Roman" panose="02020603050405020304" pitchFamily="18" charset="0"/>
                </a:endParaRPr>
              </a:p>
              <a:p>
                <a:pPr lvl="0"/>
                <a:r>
                  <a:rPr lang="en-IN" dirty="0">
                    <a:solidFill>
                      <a:schemeClr val="tx1"/>
                    </a:solidFill>
                    <a:latin typeface="Times New Roman" panose="02020603050405020304" pitchFamily="18" charset="0"/>
                    <a:cs typeface="Times New Roman" panose="02020603050405020304" pitchFamily="18" charset="0"/>
                  </a:rPr>
                  <a:t>The </a:t>
                </a:r>
                <a:r>
                  <a:rPr lang="en-IN" b="1" dirty="0">
                    <a:solidFill>
                      <a:schemeClr val="tx1"/>
                    </a:solidFill>
                    <a:latin typeface="Times New Roman" panose="02020603050405020304" pitchFamily="18" charset="0"/>
                    <a:cs typeface="Times New Roman" panose="02020603050405020304" pitchFamily="18" charset="0"/>
                  </a:rPr>
                  <a:t>Capacity Term </a:t>
                </a:r>
                <a:r>
                  <a:rPr lang="en-IN"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h</m:t>
                        </m:r>
                      </m:e>
                      <m:sub>
                        <m:r>
                          <a:rPr lang="en-IN" i="1">
                            <a:solidFill>
                              <a:schemeClr val="tx1"/>
                            </a:solidFill>
                            <a:latin typeface="Cambria Math" panose="02040503050406030204" pitchFamily="18" charset="0"/>
                          </a:rPr>
                          <m:t>𝑐</m:t>
                        </m:r>
                      </m:sub>
                    </m:sSub>
                  </m:oMath>
                </a14:m>
                <a:r>
                  <a:rPr lang="en-IN" dirty="0">
                    <a:solidFill>
                      <a:schemeClr val="tx1"/>
                    </a:solidFill>
                    <a:latin typeface="Times New Roman" panose="02020603050405020304" pitchFamily="18" charset="0"/>
                    <a:cs typeface="Times New Roman" panose="02020603050405020304" pitchFamily="18" charset="0"/>
                  </a:rPr>
                  <a:t>): The principle is to select a model that has </a:t>
                </a:r>
                <a:r>
                  <a:rPr lang="en-IN" b="1" dirty="0">
                    <a:solidFill>
                      <a:schemeClr val="tx1"/>
                    </a:solidFill>
                    <a:latin typeface="Times New Roman" panose="02020603050405020304" pitchFamily="18" charset="0"/>
                    <a:cs typeface="Times New Roman" panose="02020603050405020304" pitchFamily="18" charset="0"/>
                  </a:rPr>
                  <a:t>small training error</a:t>
                </a:r>
                <a:r>
                  <a:rPr lang="en-IN" dirty="0">
                    <a:solidFill>
                      <a:schemeClr val="tx1"/>
                    </a:solidFill>
                    <a:latin typeface="Times New Roman" panose="02020603050405020304" pitchFamily="18" charset="0"/>
                    <a:cs typeface="Times New Roman" panose="02020603050405020304" pitchFamily="18" charset="0"/>
                  </a:rPr>
                  <a:t> and comes from a function class with </a:t>
                </a:r>
                <a:r>
                  <a:rPr lang="en-IN" b="1" dirty="0">
                    <a:solidFill>
                      <a:schemeClr val="tx1"/>
                    </a:solidFill>
                    <a:latin typeface="Times New Roman" panose="02020603050405020304" pitchFamily="18" charset="0"/>
                    <a:cs typeface="Times New Roman" panose="02020603050405020304" pitchFamily="18" charset="0"/>
                  </a:rPr>
                  <a:t>small capacity</a:t>
                </a:r>
                <a:r>
                  <a:rPr lang="en-IN" dirty="0">
                    <a:solidFill>
                      <a:schemeClr val="tx1"/>
                    </a:solidFill>
                    <a:latin typeface="Times New Roman" panose="02020603050405020304" pitchFamily="18" charset="0"/>
                    <a:cs typeface="Times New Roman" panose="02020603050405020304" pitchFamily="18" charset="0"/>
                  </a:rPr>
                  <a:t> (simpler). .</a:t>
                </a:r>
              </a:p>
              <a:p>
                <a:endParaRPr lang="en-IN" dirty="0"/>
              </a:p>
            </p:txBody>
          </p:sp>
        </mc:Choice>
        <mc:Fallback>
          <p:sp>
            <p:nvSpPr>
              <p:cNvPr id="3" name="Content Placeholder 2">
                <a:extLst>
                  <a:ext uri="{FF2B5EF4-FFF2-40B4-BE49-F238E27FC236}">
                    <a16:creationId xmlns:a16="http://schemas.microsoft.com/office/drawing/2014/main" id="{8E1689C1-4D20-835B-5437-8E2C43B14BC9}"/>
                  </a:ext>
                </a:extLst>
              </p:cNvPr>
              <p:cNvSpPr>
                <a:spLocks noGrp="1" noRot="1" noChangeAspect="1" noMove="1" noResize="1" noEditPoints="1" noAdjustHandles="1" noChangeArrowheads="1" noChangeShapeType="1" noTextEdit="1"/>
              </p:cNvSpPr>
              <p:nvPr>
                <p:ph idx="1"/>
              </p:nvPr>
            </p:nvSpPr>
            <p:spPr>
              <a:xfrm>
                <a:off x="933450" y="771525"/>
                <a:ext cx="10391775" cy="5362575"/>
              </a:xfrm>
              <a:blipFill>
                <a:blip r:embed="rId3"/>
                <a:stretch>
                  <a:fillRect l="-1056" t="-2389" r="-1173"/>
                </a:stretch>
              </a:blipFill>
            </p:spPr>
            <p:txBody>
              <a:bodyPr/>
              <a:lstStyle/>
              <a:p>
                <a:r>
                  <a:rPr lang="en-IN">
                    <a:noFill/>
                  </a:rPr>
                  <a:t> </a:t>
                </a:r>
              </a:p>
            </p:txBody>
          </p:sp>
        </mc:Fallback>
      </mc:AlternateContent>
    </p:spTree>
    <p:extLst>
      <p:ext uri="{BB962C8B-B14F-4D97-AF65-F5344CB8AC3E}">
        <p14:creationId xmlns:p14="http://schemas.microsoft.com/office/powerpoint/2010/main" val="1445086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2A36B-E653-86FD-98C0-94D75004CF45}"/>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B229654-B8EB-2389-A151-65421501E83D}"/>
                  </a:ext>
                </a:extLst>
              </p:cNvPr>
              <p:cNvSpPr>
                <a:spLocks noGrp="1"/>
              </p:cNvSpPr>
              <p:nvPr>
                <p:ph idx="1"/>
              </p:nvPr>
            </p:nvSpPr>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PAC Learning (Probably-Approximately-Correct)</a:t>
                </a:r>
                <a:endParaRPr lang="en-IN" dirty="0">
                  <a:solidFill>
                    <a:schemeClr val="tx1"/>
                  </a:solidFill>
                  <a:latin typeface="Times New Roman" panose="02020603050405020304" pitchFamily="18" charset="0"/>
                  <a:cs typeface="Times New Roman" panose="02020603050405020304" pitchFamily="18" charset="0"/>
                </a:endParaRPr>
              </a:p>
              <a:p>
                <a:pPr lvl="0"/>
                <a:r>
                  <a:rPr lang="en-IN" b="1" dirty="0">
                    <a:solidFill>
                      <a:schemeClr val="tx1"/>
                    </a:solidFill>
                    <a:latin typeface="Times New Roman" panose="02020603050405020304" pitchFamily="18" charset="0"/>
                    <a:cs typeface="Times New Roman" panose="02020603050405020304" pitchFamily="18" charset="0"/>
                  </a:rPr>
                  <a:t>Focus:</a:t>
                </a:r>
                <a:r>
                  <a:rPr lang="en-IN" dirty="0">
                    <a:solidFill>
                      <a:schemeClr val="tx1"/>
                    </a:solidFill>
                    <a:latin typeface="Times New Roman" panose="02020603050405020304" pitchFamily="18" charset="0"/>
                    <a:cs typeface="Times New Roman" panose="02020603050405020304" pitchFamily="18" charset="0"/>
                  </a:rPr>
                  <a:t> Determining </a:t>
                </a:r>
                <a:r>
                  <a:rPr lang="en-IN" b="1" dirty="0">
                    <a:solidFill>
                      <a:schemeClr val="tx1"/>
                    </a:solidFill>
                    <a:latin typeface="Times New Roman" panose="02020603050405020304" pitchFamily="18" charset="0"/>
                    <a:cs typeface="Times New Roman" panose="02020603050405020304" pitchFamily="18" charset="0"/>
                  </a:rPr>
                  <a:t>Sample Complexity</a:t>
                </a:r>
                <a:r>
                  <a:rPr lang="en-IN" dirty="0">
                    <a:solidFill>
                      <a:schemeClr val="tx1"/>
                    </a:solidFill>
                    <a:latin typeface="Times New Roman" panose="02020603050405020304" pitchFamily="18" charset="0"/>
                    <a:cs typeface="Times New Roman" panose="02020603050405020304" pitchFamily="18" charset="0"/>
                  </a:rPr>
                  <a:t>—the minimum number of training examples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𝑁</m:t>
                        </m:r>
                      </m:e>
                      <m:sub>
                        <m:r>
                          <a:rPr lang="en-IN" i="1">
                            <a:solidFill>
                              <a:schemeClr val="tx1"/>
                            </a:solidFill>
                            <a:latin typeface="Cambria Math" panose="02040503050406030204" pitchFamily="18" charset="0"/>
                          </a:rPr>
                          <m:t>𝑃𝐴𝐶</m:t>
                        </m:r>
                      </m:sub>
                    </m:sSub>
                  </m:oMath>
                </a14:m>
                <a:r>
                  <a:rPr lang="en-IN" dirty="0">
                    <a:solidFill>
                      <a:schemeClr val="tx1"/>
                    </a:solidFill>
                    <a:latin typeface="Times New Roman" panose="02020603050405020304" pitchFamily="18" charset="0"/>
                    <a:cs typeface="Times New Roman" panose="02020603050405020304" pitchFamily="18" charset="0"/>
                  </a:rPr>
                  <a:t>) needed to ensure the hypothesis is approximately correct with a high probability.</a:t>
                </a:r>
              </a:p>
              <a:p>
                <a:pPr lvl="0"/>
                <a:r>
                  <a:rPr lang="en-IN" b="1" dirty="0">
                    <a:solidFill>
                      <a:schemeClr val="tx1"/>
                    </a:solidFill>
                    <a:latin typeface="Times New Roman" panose="02020603050405020304" pitchFamily="18" charset="0"/>
                    <a:cs typeface="Times New Roman" panose="02020603050405020304" pitchFamily="18" charset="0"/>
                  </a:rPr>
                  <a:t>Key Insight:</a:t>
                </a:r>
                <a:r>
                  <a:rPr lang="en-IN" dirty="0">
                    <a:solidFill>
                      <a:schemeClr val="tx1"/>
                    </a:solidFill>
                    <a:latin typeface="Times New Roman" panose="02020603050405020304" pitchFamily="18" charset="0"/>
                    <a:cs typeface="Times New Roman" panose="02020603050405020304" pitchFamily="18" charset="0"/>
                  </a:rPr>
                  <a:t> The required sample size N depends on the desired accuracy 𝟄, the confidence 𝟃, and the complexity (VC Dimension,</a:t>
                </a:r>
                <a:r>
                  <a:rPr lang="en-IN" i="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IN" i="1">
                            <a:solidFill>
                              <a:schemeClr val="tx1"/>
                            </a:solidFill>
                            <a:latin typeface="Cambria Math" panose="02040503050406030204" pitchFamily="18" charset="0"/>
                          </a:rPr>
                        </m:ctrlPr>
                      </m:sSubPr>
                      <m:e>
                        <m:r>
                          <a:rPr lang="en-IN" i="1">
                            <a:solidFill>
                              <a:schemeClr val="tx1"/>
                            </a:solidFill>
                            <a:latin typeface="Cambria Math" panose="02040503050406030204" pitchFamily="18" charset="0"/>
                          </a:rPr>
                          <m:t>h</m:t>
                        </m:r>
                      </m:e>
                      <m:sub>
                        <m:r>
                          <a:rPr lang="en-IN" i="1">
                            <a:solidFill>
                              <a:schemeClr val="tx1"/>
                            </a:solidFill>
                            <a:latin typeface="Cambria Math" panose="02040503050406030204" pitchFamily="18" charset="0"/>
                          </a:rPr>
                          <m:t>𝑐</m:t>
                        </m:r>
                      </m:sub>
                    </m:sSub>
                    <m:r>
                      <a:rPr lang="en-IN" i="1">
                        <a:solidFill>
                          <a:schemeClr val="tx1"/>
                        </a:solidFill>
                        <a:latin typeface="Cambria Math" panose="02040503050406030204" pitchFamily="18" charset="0"/>
                      </a:rPr>
                      <m:t>)</m:t>
                    </m:r>
                  </m:oMath>
                </a14:m>
                <a:r>
                  <a:rPr lang="en-IN" i="1" dirty="0">
                    <a:solidFill>
                      <a:schemeClr val="tx1"/>
                    </a:solidFill>
                    <a:latin typeface="Times New Roman" panose="02020603050405020304" pitchFamily="18" charset="0"/>
                    <a:cs typeface="Times New Roman" panose="02020603050405020304" pitchFamily="18" charset="0"/>
                  </a:rPr>
                  <a:t> </a:t>
                </a:r>
                <a:r>
                  <a:rPr lang="en-IN" dirty="0">
                    <a:solidFill>
                      <a:schemeClr val="tx1"/>
                    </a:solidFill>
                    <a:latin typeface="Times New Roman" panose="02020603050405020304" pitchFamily="18" charset="0"/>
                    <a:cs typeface="Times New Roman" panose="02020603050405020304" pitchFamily="18" charset="0"/>
                  </a:rPr>
                  <a:t>of the hypothesis space</a:t>
                </a:r>
                <a:r>
                  <a:rPr lang="en-IN" i="1" dirty="0">
                    <a:solidFill>
                      <a:schemeClr val="tx1"/>
                    </a:solidFill>
                    <a:latin typeface="Times New Roman" panose="02020603050405020304" pitchFamily="18" charset="0"/>
                    <a:cs typeface="Times New Roman" panose="02020603050405020304" pitchFamily="18" charset="0"/>
                  </a:rPr>
                  <a:t>.</a:t>
                </a:r>
                <a:endParaRPr lang="en-IN" dirty="0">
                  <a:solidFill>
                    <a:schemeClr val="tx1"/>
                  </a:solidFill>
                  <a:latin typeface="Times New Roman" panose="02020603050405020304" pitchFamily="18" charset="0"/>
                  <a:cs typeface="Times New Roman" panose="02020603050405020304" pitchFamily="18" charset="0"/>
                </a:endParaRPr>
              </a:p>
              <a:p>
                <a:endParaRPr lang="en-IN" dirty="0"/>
              </a:p>
              <a:p>
                <a:endParaRPr lang="en-IN" dirty="0"/>
              </a:p>
            </p:txBody>
          </p:sp>
        </mc:Choice>
        <mc:Fallback xmlns="">
          <p:sp>
            <p:nvSpPr>
              <p:cNvPr id="3" name="Content Placeholder 2">
                <a:extLst>
                  <a:ext uri="{FF2B5EF4-FFF2-40B4-BE49-F238E27FC236}">
                    <a16:creationId xmlns:a16="http://schemas.microsoft.com/office/drawing/2014/main" id="{1B229654-B8EB-2389-A151-65421501E83D}"/>
                  </a:ext>
                </a:extLst>
              </p:cNvPr>
              <p:cNvSpPr>
                <a:spLocks noGrp="1" noRot="1" noChangeAspect="1" noMove="1" noResize="1" noEditPoints="1" noAdjustHandles="1" noChangeArrowheads="1" noChangeShapeType="1" noTextEdit="1"/>
              </p:cNvSpPr>
              <p:nvPr>
                <p:ph idx="1"/>
              </p:nvPr>
            </p:nvSpPr>
            <p:spPr>
              <a:blipFill>
                <a:blip r:embed="rId3"/>
                <a:stretch>
                  <a:fillRect l="-1144" t="-2569" r="-1017"/>
                </a:stretch>
              </a:blipFill>
            </p:spPr>
            <p:txBody>
              <a:bodyPr/>
              <a:lstStyle/>
              <a:p>
                <a:r>
                  <a:rPr lang="en-IN">
                    <a:noFill/>
                  </a:rPr>
                  <a:t> </a:t>
                </a:r>
              </a:p>
            </p:txBody>
          </p:sp>
        </mc:Fallback>
      </mc:AlternateContent>
    </p:spTree>
    <p:extLst>
      <p:ext uri="{BB962C8B-B14F-4D97-AF65-F5344CB8AC3E}">
        <p14:creationId xmlns:p14="http://schemas.microsoft.com/office/powerpoint/2010/main" val="33143825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F0CEE-AA27-6805-117C-30D2F8ED93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7D71E26-D120-EDBC-09DA-8AE9DF15EA4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402730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E6FF-76EB-087E-D630-4BAD011A6AB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1635A7-B36F-1EC1-930B-28C55ECE090A}"/>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2714253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703</TotalTime>
  <Words>3069</Words>
  <Application>Microsoft Office PowerPoint</Application>
  <PresentationFormat>Widescreen</PresentationFormat>
  <Paragraphs>162</Paragraphs>
  <Slides>28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 Math</vt:lpstr>
      <vt:lpstr>Garamond</vt:lpstr>
      <vt:lpstr>Times New Roman</vt:lpstr>
      <vt:lpstr>Organic</vt:lpstr>
      <vt:lpstr>Learning from observations</vt:lpstr>
      <vt:lpstr>PowerPoint Presentation</vt:lpstr>
      <vt:lpstr>PowerPoint Presentation</vt:lpstr>
      <vt:lpstr>The Key Assumption and Goal </vt:lpstr>
      <vt:lpstr> Measuring Performance (Risk and Loss) </vt:lpstr>
      <vt:lpstr>PowerPoint Presentation</vt:lpstr>
      <vt:lpstr>The Practical Solution: Empirical Risk Minimization (ERM) </vt:lpstr>
      <vt:lpstr>The Problem with ERM: Overfitting</vt:lpstr>
      <vt:lpstr>PowerPoint Presentation</vt:lpstr>
      <vt:lpstr>The Ultimate Goal: Generalization</vt:lpstr>
      <vt:lpstr>Limitations of the theory</vt:lpstr>
      <vt:lpstr>Bias and variance</vt:lpstr>
      <vt:lpstr>PowerPoint Presentation</vt:lpstr>
      <vt:lpstr>Bias variance trade off</vt:lpstr>
      <vt:lpstr>PowerPoint Presentation</vt:lpstr>
      <vt:lpstr>High bias</vt:lpstr>
      <vt:lpstr>Variance </vt:lpstr>
      <vt:lpstr>Variance </vt:lpstr>
      <vt:lpstr>Variance trade off</vt:lpstr>
      <vt:lpstr>Bias Variance Dilemma</vt:lpstr>
      <vt:lpstr>Overfitting and Generalization</vt:lpstr>
      <vt:lpstr>Principles for Overfitting Avoidance</vt:lpstr>
      <vt:lpstr>PowerPoint Presentation</vt:lpstr>
      <vt:lpstr>Computational Learning Theory (CLT)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Shrikrishna Narvekar</cp:lastModifiedBy>
  <cp:revision>9</cp:revision>
  <dcterms:created xsi:type="dcterms:W3CDTF">2025-12-29T04:26:32Z</dcterms:created>
  <dcterms:modified xsi:type="dcterms:W3CDTF">2026-02-10T05:38:06Z</dcterms:modified>
</cp:coreProperties>
</file>